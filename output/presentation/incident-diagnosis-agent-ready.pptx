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34e39d94d480c" /><Relationship Type="http://schemas.openxmlformats.org/officeDocument/2006/relationships/extended-properties" Target="/docProps/app.xml" Id="R2c5336d222d9422c" /><Relationship Type="http://schemas.openxmlformats.org/officeDocument/2006/relationships/officeDocument" Target="/ppt/presentation.xml" Id="R51d872b26b02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ff652dc7354bc9"/>
  </p:sldMasterIdLst>
  <p:notesMasterIdLst>
    <p:notesMasterId xmlns:r="http://schemas.openxmlformats.org/officeDocument/2006/relationships" r:id="Ra9d6fb5c91ed494f"/>
  </p:notesMasterIdLst>
  <p:sldIdLst>
    <p:sldId xmlns:r="http://schemas.openxmlformats.org/officeDocument/2006/relationships" id="256" r:id="Ra6fa2eedd48444d6"/>
    <p:sldId xmlns:r="http://schemas.openxmlformats.org/officeDocument/2006/relationships" id="257" r:id="Rc06bb79b3de04c07"/>
    <p:sldId xmlns:r="http://schemas.openxmlformats.org/officeDocument/2006/relationships" id="258" r:id="R9d1103adbaf84fee"/>
    <p:sldId xmlns:r="http://schemas.openxmlformats.org/officeDocument/2006/relationships" id="259" r:id="R5e5cd2a95d3e4869"/>
    <p:sldId xmlns:r="http://schemas.openxmlformats.org/officeDocument/2006/relationships" id="260" r:id="R6e5b54d8ef7c4c19"/>
    <p:sldId xmlns:r="http://schemas.openxmlformats.org/officeDocument/2006/relationships" id="261" r:id="Re03caa9efa3d418c"/>
    <p:sldId xmlns:r="http://schemas.openxmlformats.org/officeDocument/2006/relationships" id="262" r:id="R330c8f1425aa46ea"/>
    <p:sldId xmlns:r="http://schemas.openxmlformats.org/officeDocument/2006/relationships" id="263" r:id="R7b469dfbc7b2419f"/>
    <p:sldId xmlns:r="http://schemas.openxmlformats.org/officeDocument/2006/relationships" id="264" r:id="R6e2fa62fe7e94c39"/>
    <p:sldId xmlns:r="http://schemas.openxmlformats.org/officeDocument/2006/relationships" id="265" r:id="R1b6675ed8bf64447"/>
    <p:sldId xmlns:r="http://schemas.openxmlformats.org/officeDocument/2006/relationships" id="266" r:id="R4fa73032f5fd49f1"/>
    <p:sldId xmlns:r="http://schemas.openxmlformats.org/officeDocument/2006/relationships" id="267" r:id="Rc5635a414e0e42fa"/>
    <p:sldId xmlns:r="http://schemas.openxmlformats.org/officeDocument/2006/relationships" id="268" r:id="R8cef8a99bd6645d8"/>
    <p:sldId xmlns:r="http://schemas.openxmlformats.org/officeDocument/2006/relationships" id="269" r:id="R15ce49d6f40940df"/>
    <p:sldId xmlns:r="http://schemas.openxmlformats.org/officeDocument/2006/relationships" id="270" r:id="R26ec13f8b7cd46d5"/>
    <p:sldId xmlns:r="http://schemas.openxmlformats.org/officeDocument/2006/relationships" id="271" r:id="R21403fe1a97648e7"/>
    <p:sldId xmlns:r="http://schemas.openxmlformats.org/officeDocument/2006/relationships" id="272" r:id="R401aa02af5844c3c"/>
    <p:sldId xmlns:r="http://schemas.openxmlformats.org/officeDocument/2006/relationships" id="273" r:id="R66ddbad839a04530"/>
    <p:sldId xmlns:r="http://schemas.openxmlformats.org/officeDocument/2006/relationships" id="274" r:id="R7242072ca6f54856"/>
    <p:sldId xmlns:r="http://schemas.openxmlformats.org/officeDocument/2006/relationships" id="275" r:id="Raca3ff5b39644605"/>
    <p:sldId xmlns:r="http://schemas.openxmlformats.org/officeDocument/2006/relationships" id="276" r:id="R3f4dd1ed5ee1484f"/>
    <p:sldId xmlns:r="http://schemas.openxmlformats.org/officeDocument/2006/relationships" id="277" r:id="R16f260159b2e49f1"/>
    <p:sldId xmlns:r="http://schemas.openxmlformats.org/officeDocument/2006/relationships" id="278" r:id="R090f8b398b6f4a37"/>
    <p:sldId xmlns:r="http://schemas.openxmlformats.org/officeDocument/2006/relationships" id="279" r:id="R08ae0d4ab1ca4786"/>
    <p:sldId xmlns:r="http://schemas.openxmlformats.org/officeDocument/2006/relationships" id="280" r:id="Rf1214b4d16254070"/>
    <p:sldId xmlns:r="http://schemas.openxmlformats.org/officeDocument/2006/relationships" id="281" r:id="R1ba55ce527a042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4d323710246a8" /><Relationship Type="http://schemas.openxmlformats.org/officeDocument/2006/relationships/slideMaster" Target="/ppt/slideMasters/slideMaster1.xml" Id="R52ff652dc7354bc9" /><Relationship Type="http://schemas.openxmlformats.org/officeDocument/2006/relationships/notesMaster" Target="/ppt/notesMasters/notesMaster1.xml" Id="Ra9d6fb5c91ed494f" /><Relationship Type="http://schemas.openxmlformats.org/officeDocument/2006/relationships/presProps" Target="/ppt/presProps.xml" Id="R207ee7539566497f" /><Relationship Type="http://schemas.openxmlformats.org/officeDocument/2006/relationships/tableStyles" Target="/ppt/tableStyles.xml" Id="R51f3acc7781c4403" /><Relationship Type="http://schemas.openxmlformats.org/officeDocument/2006/relationships/slide" Target="/ppt/slides/slide1.xml" Id="Ra6fa2eedd48444d6" /><Relationship Type="http://schemas.openxmlformats.org/officeDocument/2006/relationships/slide" Target="/ppt/slides/slide2.xml" Id="Rc06bb79b3de04c07" /><Relationship Type="http://schemas.openxmlformats.org/officeDocument/2006/relationships/slide" Target="/ppt/slides/slide3.xml" Id="R9d1103adbaf84fee" /><Relationship Type="http://schemas.openxmlformats.org/officeDocument/2006/relationships/slide" Target="/ppt/slides/slide4.xml" Id="R5e5cd2a95d3e4869" /><Relationship Type="http://schemas.openxmlformats.org/officeDocument/2006/relationships/slide" Target="/ppt/slides/slide5.xml" Id="R6e5b54d8ef7c4c19" /><Relationship Type="http://schemas.openxmlformats.org/officeDocument/2006/relationships/slide" Target="/ppt/slides/slide6.xml" Id="Re03caa9efa3d418c" /><Relationship Type="http://schemas.openxmlformats.org/officeDocument/2006/relationships/slide" Target="/ppt/slides/slide7.xml" Id="R330c8f1425aa46ea" /><Relationship Type="http://schemas.openxmlformats.org/officeDocument/2006/relationships/slide" Target="/ppt/slides/slide8.xml" Id="R7b469dfbc7b2419f" /><Relationship Type="http://schemas.openxmlformats.org/officeDocument/2006/relationships/slide" Target="/ppt/slides/slide9.xml" Id="R6e2fa62fe7e94c39" /><Relationship Type="http://schemas.openxmlformats.org/officeDocument/2006/relationships/slide" Target="/ppt/slides/slide10.xml" Id="R1b6675ed8bf64447" /><Relationship Type="http://schemas.openxmlformats.org/officeDocument/2006/relationships/slide" Target="/ppt/slides/slide11.xml" Id="R4fa73032f5fd49f1" /><Relationship Type="http://schemas.openxmlformats.org/officeDocument/2006/relationships/slide" Target="/ppt/slides/slide12.xml" Id="Rc5635a414e0e42fa" /><Relationship Type="http://schemas.openxmlformats.org/officeDocument/2006/relationships/slide" Target="/ppt/slides/slide13.xml" Id="R8cef8a99bd6645d8" /><Relationship Type="http://schemas.openxmlformats.org/officeDocument/2006/relationships/slide" Target="/ppt/slides/slide14.xml" Id="R15ce49d6f40940df" /><Relationship Type="http://schemas.openxmlformats.org/officeDocument/2006/relationships/slide" Target="/ppt/slides/slide15.xml" Id="R26ec13f8b7cd46d5" /><Relationship Type="http://schemas.openxmlformats.org/officeDocument/2006/relationships/slide" Target="/ppt/slides/slide16.xml" Id="R21403fe1a97648e7" /><Relationship Type="http://schemas.openxmlformats.org/officeDocument/2006/relationships/slide" Target="/ppt/slides/slide17.xml" Id="R401aa02af5844c3c" /><Relationship Type="http://schemas.openxmlformats.org/officeDocument/2006/relationships/slide" Target="/ppt/slides/slide18.xml" Id="R66ddbad839a04530" /><Relationship Type="http://schemas.openxmlformats.org/officeDocument/2006/relationships/slide" Target="/ppt/slides/slide19.xml" Id="R7242072ca6f54856" /><Relationship Type="http://schemas.openxmlformats.org/officeDocument/2006/relationships/slide" Target="/ppt/slides/slide20.xml" Id="Raca3ff5b39644605" /><Relationship Type="http://schemas.openxmlformats.org/officeDocument/2006/relationships/slide" Target="/ppt/slides/slide21.xml" Id="R3f4dd1ed5ee1484f" /><Relationship Type="http://schemas.openxmlformats.org/officeDocument/2006/relationships/slide" Target="/ppt/slides/slide22.xml" Id="R16f260159b2e49f1" /><Relationship Type="http://schemas.openxmlformats.org/officeDocument/2006/relationships/slide" Target="/ppt/slides/slide23.xml" Id="R090f8b398b6f4a37" /><Relationship Type="http://schemas.openxmlformats.org/officeDocument/2006/relationships/slide" Target="/ppt/slides/slide24.xml" Id="R08ae0d4ab1ca4786" /><Relationship Type="http://schemas.openxmlformats.org/officeDocument/2006/relationships/slide" Target="/ppt/slides/slide25.xml" Id="Rf1214b4d16254070" /><Relationship Type="http://schemas.openxmlformats.org/officeDocument/2006/relationships/slide" Target="/ppt/slides/slide26.xml" Id="R1ba55ce527a042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c54362ac8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e1c3fb9704c80" /><Relationship Type="http://schemas.openxmlformats.org/officeDocument/2006/relationships/notesMaster" Target="/ppt/notesMasters/notesMaster1.xml" Id="Rd95a30a2248e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fafef00364f1c" /><Relationship Type="http://schemas.openxmlformats.org/officeDocument/2006/relationships/notesMaster" Target="/ppt/notesMasters/notesMaster1.xml" Id="Rdeca8f25933548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7a332eabd84e11" /><Relationship Type="http://schemas.openxmlformats.org/officeDocument/2006/relationships/notesMaster" Target="/ppt/notesMasters/notesMaster1.xml" Id="R9887b0d6421b45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6593c2f924296" /><Relationship Type="http://schemas.openxmlformats.org/officeDocument/2006/relationships/notesMaster" Target="/ppt/notesMasters/notesMaster1.xml" Id="R0743cd1ce574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9b9099e2d94769" /><Relationship Type="http://schemas.openxmlformats.org/officeDocument/2006/relationships/notesMaster" Target="/ppt/notesMasters/notesMaster1.xml" Id="R2ed5d944a95b4d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b3715b99414b28" /><Relationship Type="http://schemas.openxmlformats.org/officeDocument/2006/relationships/notesMaster" Target="/ppt/notesMasters/notesMaster1.xml" Id="Rd6e12b579f4f41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1e2f52328f4739" /><Relationship Type="http://schemas.openxmlformats.org/officeDocument/2006/relationships/notesMaster" Target="/ppt/notesMasters/notesMaster1.xml" Id="Rce7aa72c021c47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c570ae5584c1d" /><Relationship Type="http://schemas.openxmlformats.org/officeDocument/2006/relationships/notesMaster" Target="/ppt/notesMasters/notesMaster1.xml" Id="Ra5f8183a7a744d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8e64ef6864630" /><Relationship Type="http://schemas.openxmlformats.org/officeDocument/2006/relationships/notesMaster" Target="/ppt/notesMasters/notesMaster1.xml" Id="R252bcd09ffa548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268bf492d34b15" /><Relationship Type="http://schemas.openxmlformats.org/officeDocument/2006/relationships/notesMaster" Target="/ppt/notesMasters/notesMaster1.xml" Id="Rf4f0a9737786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c6a23c82ba4753" /><Relationship Type="http://schemas.openxmlformats.org/officeDocument/2006/relationships/notesMaster" Target="/ppt/notesMasters/notesMaster1.xml" Id="R537e2ca01d1646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01e7b973f45e4" /><Relationship Type="http://schemas.openxmlformats.org/officeDocument/2006/relationships/notesMaster" Target="/ppt/notesMasters/notesMaster1.xml" Id="Rb8ba1bcc908f41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5d1925b4f4c9e" /><Relationship Type="http://schemas.openxmlformats.org/officeDocument/2006/relationships/notesMaster" Target="/ppt/notesMasters/notesMaster1.xml" Id="R4b4450c2056a43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a188d7fa694263" /><Relationship Type="http://schemas.openxmlformats.org/officeDocument/2006/relationships/notesMaster" Target="/ppt/notesMasters/notesMaster1.xml" Id="R233b807b213446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d3307d54084bca" /><Relationship Type="http://schemas.openxmlformats.org/officeDocument/2006/relationships/notesMaster" Target="/ppt/notesMasters/notesMaster1.xml" Id="R91cab382374e4f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61839606a0422f" /><Relationship Type="http://schemas.openxmlformats.org/officeDocument/2006/relationships/notesMaster" Target="/ppt/notesMasters/notesMaster1.xml" Id="R031d89cc540f41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a04a239fa54bba" /><Relationship Type="http://schemas.openxmlformats.org/officeDocument/2006/relationships/notesMaster" Target="/ppt/notesMasters/notesMaster1.xml" Id="R50c4c26ec0114c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9c9ba515e04ce5" /><Relationship Type="http://schemas.openxmlformats.org/officeDocument/2006/relationships/notesMaster" Target="/ppt/notesMasters/notesMaster1.xml" Id="R058768449f1c43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3dd867c8574358" /><Relationship Type="http://schemas.openxmlformats.org/officeDocument/2006/relationships/notesMaster" Target="/ppt/notesMasters/notesMaster1.xml" Id="Rf5db2f27296247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c22bba92254d21" /><Relationship Type="http://schemas.openxmlformats.org/officeDocument/2006/relationships/notesMaster" Target="/ppt/notesMasters/notesMaster1.xml" Id="Rd9dc7a0a8d9e4b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16c3e7202f4744" /><Relationship Type="http://schemas.openxmlformats.org/officeDocument/2006/relationships/notesMaster" Target="/ppt/notesMasters/notesMaster1.xml" Id="R60edd217c19144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4ff70474404936" /><Relationship Type="http://schemas.openxmlformats.org/officeDocument/2006/relationships/notesMaster" Target="/ppt/notesMasters/notesMaster1.xml" Id="R67406a7f0b6348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1afa40c68c459f" /><Relationship Type="http://schemas.openxmlformats.org/officeDocument/2006/relationships/notesMaster" Target="/ppt/notesMasters/notesMaster1.xml" Id="Rc15d22169b6343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6d0e0c49a8b4bdb" /><Relationship Type="http://schemas.openxmlformats.org/officeDocument/2006/relationships/notesMaster" Target="/ppt/notesMasters/notesMaster1.xml" Id="Rb16a74709bc545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1c8b9cb5954d18" /><Relationship Type="http://schemas.openxmlformats.org/officeDocument/2006/relationships/notesMaster" Target="/ppt/notesMasters/notesMaster1.xml" Id="Rf2b3ebc8982f45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ecfe69a3e8a403e" /><Relationship Type="http://schemas.openxmlformats.org/officeDocument/2006/relationships/notesMaster" Target="/ppt/notesMasters/notesMaster1.xml" Id="Reeab36c42e50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장애 진단 에이전트를 개선한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서비스와 증상을 입력하면 도구 연결 규격인 MCP로 지표와 대응 매뉴얼을 조회해 보고합니다. 기존 응답의 문제와 같은 질문의 개선 결과를 보여드리겠습니다.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day1/baseline/original_v2/agent; all_total_vue_student/doc/regression_test_queries.md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 목록과 조사 계획을 대조해 누락을 보완했습니다. 두 서비스를 각각 조회합니다.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여기처럼 근거를 남기고, 확인하지 못한 공통 원인은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개선 후에는 요청을 보내는 쪽과 받는 쪽을 모두 조회합니다.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서비스의 관측과 문서를 함께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목록과 대조하고, 없는 서비스는 대체하지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조사할 서비스 이름을 먼저 묻습니다.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상태를 먼저 구분해 정상 web은 문서를 생략하고 auth에는 지연 문서를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모델이 선택한 수치와 절차를 근거와 대조합니다. 통과 후 매뉴얼 원문으로 출력해 조치 조건을 유지하고, 로그 미수집도 알립니다.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밝힌 이름만 이력에서 읽도록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중 시간 초과가 나면 최종 응답도 실패 안내도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day2/evidence/before-main-viewport.jpg; day2/evidence/ui-capture-context.json; day2/evidence/ui-capture-context.json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안내와 시간 상한을 넣었습니다. 팔 초로 낮춘 지연 시험에서 약 팔 초 뒤 안내했습니다. 기본 상한은 육십 초입니다.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day2/evidence/story-timeout-first.jpg; day2/results/story-timeout/timeout.json; all_total_vue_student/server.py;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수집한 두 서비스의 지표도 남깁니다. 다음은 추가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day2/evidence/story-timeout-second.jpg; day2/results/story-timeout/timeout.json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첫째, 문서를 검색해 답변에 연결하는 RAG입니다. bge-m3로 벡터화해 SQLite에서 유사도를 비교하고 MCP로 원문을 읽습니다. 검색기는 교체 가능하게 분리했습니다.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all_total_vue_student/agent/retrieval.py; all_total_vue_student/agent/research.py; all_total_vue_student/mcp_server.py; day2/results/contextual-captures/cc4c77a5-5311-4797-9942-36ec51f66841-17dcde1e.json; all_total_vue_student/agent/deps.py; all_total_vue_student/agent/research.py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둘째, 실제 조회 서비스·수치·문서와 미확인 항목을 보여주는 근거 화면입니다.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all_total_vue_student/agent/evidence.py; all_total_vue_student/server.py; all_total_vue_student/web_chat.html;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셋째, 같은 질문 스무 개의 실행 기록을 자동 비교합니다. 화면처럼 조사 누락과 문서 선택을 확인하고, 분기·검증은 단위 테스트 서른한 개로 점검했습니다.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all_total_vue_student/tests/test_core.py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필요한 서비스 수집은 스무 개 중 열일곱에서 스무 개로, 단일 정답 문서는 열두 건 중 열한 건에서 열두 건으로 늘었습니다. 양쪽 완료한 같은 열여섯 건의 실행 시간 중앙값은 약 삼십육 초에서 사 점 사오 초입니다. 생성 설정도 함께 바꾼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day2/evidence/evaluation-criteria.jpg; day2/scripts/build_evaluation_evidence.py; day1/evaluation/cases.json; day1/scripts/run_baseline.py; day2/results/comparison/summary.json; day1/results/baseline-ollama/results.json; day2/results/improved-ollama/results.json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여섯 개와 모의 지표라 운영 성능으로 일반화할 수 없습니다. 검색은 지연·오검색을 더하고 원문 출력은 설명의 자유도를 줄입니다.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089ef3c8e42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f083e623f49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e31af325046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8c93d6bc445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f90babf6d44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284d946f64a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0520B8-E41D-495D-9032-9E6D68AFE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F64478-FE01-42FB-BE50-19B672D5BA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5BA01C-A50E-40FB-9F1B-77D8D2665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1580EA-53A5-41BA-B795-0AB9B237E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DDFD22-BCA4-42EF-907F-F3B097002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0F7207-64D4-4F13-8884-F6A3D935B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6E0AC7-80D5-40E0-BBBC-3024AC6CB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3EC827-5638-4C96-85C1-D8724CD10F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42E6E2-3D8A-45ED-B06A-EC7DD04E3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FA5562-81F1-4C73-A974-D2325D3B0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51630578ba431b" /><Relationship Type="http://schemas.openxmlformats.org/officeDocument/2006/relationships/slideLayout" Target="/ppt/slideLayouts/slideLayout1.xml" Id="R96c08565c91b4cba" /><Relationship Type="http://schemas.openxmlformats.org/officeDocument/2006/relationships/slideLayout" Target="/ppt/slideLayouts/slideLayout2.xml" Id="Ra9e12fbebb7743d9" /><Relationship Type="http://schemas.openxmlformats.org/officeDocument/2006/relationships/slideLayout" Target="/ppt/slideLayouts/slideLayout3.xml" Id="Ree99a7858cda4cb5" /><Relationship Type="http://schemas.openxmlformats.org/officeDocument/2006/relationships/slideLayout" Target="/ppt/slideLayouts/slideLayout4.xml" Id="R63598ff9dad146f1" /><Relationship Type="http://schemas.openxmlformats.org/officeDocument/2006/relationships/slideLayout" Target="/ppt/slideLayouts/slideLayout5.xml" Id="R2da9c4ac1a554f56" /><Relationship Type="http://schemas.openxmlformats.org/officeDocument/2006/relationships/slideLayout" Target="/ppt/slideLayouts/slideLayout6.xml" Id="R97145369b3d347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c08565c91b4cba"/>
    <p:sldLayoutId xmlns:r="http://schemas.openxmlformats.org/officeDocument/2006/relationships" id="2147483650" r:id="Ra9e12fbebb7743d9"/>
    <p:sldLayoutId xmlns:r="http://schemas.openxmlformats.org/officeDocument/2006/relationships" id="2147483651" r:id="Ree99a7858cda4cb5"/>
    <p:sldLayoutId xmlns:r="http://schemas.openxmlformats.org/officeDocument/2006/relationships" id="2147483652" r:id="R63598ff9dad146f1"/>
    <p:sldLayoutId xmlns:r="http://schemas.openxmlformats.org/officeDocument/2006/relationships" id="2147483653" r:id="R2da9c4ac1a554f56"/>
    <p:sldLayoutId xmlns:r="http://schemas.openxmlformats.org/officeDocument/2006/relationships" id="2147483654" r:id="R97145369b3d347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b6a168ffd4b78" /><Relationship Type="http://schemas.openxmlformats.org/officeDocument/2006/relationships/notesSlide" Target="/ppt/notesSlides/notesSlide1.xml" Id="R589ff508170c4a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1509c73a349ed" /><Relationship Type="http://schemas.openxmlformats.org/officeDocument/2006/relationships/notesSlide" Target="/ppt/notesSlides/notesSlide2.xml" Id="R3a48bd90552c4f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d661777c34294" /><Relationship Type="http://schemas.openxmlformats.org/officeDocument/2006/relationships/image" Target="/ppt/media/image.png" Id="R797d52d2ff544cbc" /><Relationship Type="http://schemas.openxmlformats.org/officeDocument/2006/relationships/notesSlide" Target="/ppt/notesSlides/notesSlide3.xml" Id="R527e372b26454a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bb0e400b14e3e" /><Relationship Type="http://schemas.openxmlformats.org/officeDocument/2006/relationships/image" Target="/ppt/media/image.jpeg" Id="R42184bdd7fed4f3a" /><Relationship Type="http://schemas.openxmlformats.org/officeDocument/2006/relationships/notesSlide" Target="/ppt/notesSlides/notesSlide4.xml" Id="R796bd6cc3d4e45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f70349c1c438d" /><Relationship Type="http://schemas.openxmlformats.org/officeDocument/2006/relationships/image" Target="/ppt/media/image2.jpeg" Id="R9c1211e511054ec2" /><Relationship Type="http://schemas.openxmlformats.org/officeDocument/2006/relationships/notesSlide" Target="/ppt/notesSlides/notesSlide5.xml" Id="Rac2a49ef5da4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eb3e333fc4c48" /><Relationship Type="http://schemas.openxmlformats.org/officeDocument/2006/relationships/image" Target="/ppt/media/image2.png" Id="Ree6e79500ad14ee9" /><Relationship Type="http://schemas.openxmlformats.org/officeDocument/2006/relationships/notesSlide" Target="/ppt/notesSlides/notesSlide6.xml" Id="R9b53df936d824a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16b13991c4b58" /><Relationship Type="http://schemas.openxmlformats.org/officeDocument/2006/relationships/image" Target="/ppt/media/image3.jpeg" Id="R95f03599bf0041d1" /><Relationship Type="http://schemas.openxmlformats.org/officeDocument/2006/relationships/notesSlide" Target="/ppt/notesSlides/notesSlide7.xml" Id="Rf82f68861906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c90e2ae8a44d1" /><Relationship Type="http://schemas.openxmlformats.org/officeDocument/2006/relationships/image" Target="/ppt/media/image4.jpeg" Id="Rabefb3c118e54282" /><Relationship Type="http://schemas.openxmlformats.org/officeDocument/2006/relationships/notesSlide" Target="/ppt/notesSlides/notesSlide8.xml" Id="Re1a86144e51f47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ff55c7b974874" /><Relationship Type="http://schemas.openxmlformats.org/officeDocument/2006/relationships/image" Target="/ppt/media/image3.png" Id="Rdf312ab034ff4353" /><Relationship Type="http://schemas.openxmlformats.org/officeDocument/2006/relationships/notesSlide" Target="/ppt/notesSlides/notesSlide9.xml" Id="R34094cb51f8d4f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f5cef28fc4f96" /><Relationship Type="http://schemas.openxmlformats.org/officeDocument/2006/relationships/image" Target="/ppt/media/image5.jpeg" Id="R4a9c2892113f4a5c" /><Relationship Type="http://schemas.openxmlformats.org/officeDocument/2006/relationships/notesSlide" Target="/ppt/notesSlides/notesSlide10.xml" Id="R2f2797e3e0d74f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4e79c4bc24c19" /><Relationship Type="http://schemas.openxmlformats.org/officeDocument/2006/relationships/image" Target="/ppt/media/image4.png" Id="R6d42143ccaac44cf" /><Relationship Type="http://schemas.openxmlformats.org/officeDocument/2006/relationships/notesSlide" Target="/ppt/notesSlides/notesSlide11.xml" Id="Rc50ce1dd94e241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7b5269a8243da" /><Relationship Type="http://schemas.openxmlformats.org/officeDocument/2006/relationships/image" Target="/ppt/media/image6.jpeg" Id="R00cd18daebb24d4c" /><Relationship Type="http://schemas.openxmlformats.org/officeDocument/2006/relationships/notesSlide" Target="/ppt/notesSlides/notesSlide12.xml" Id="Rd6efdb191ab34a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73c6e9ce24b0d" /><Relationship Type="http://schemas.openxmlformats.org/officeDocument/2006/relationships/image" Target="/ppt/media/image5.png" Id="Read7ab501efb47c6" /><Relationship Type="http://schemas.openxmlformats.org/officeDocument/2006/relationships/notesSlide" Target="/ppt/notesSlides/notesSlide13.xml" Id="R78721e6244354a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d49701a2c4ed1" /><Relationship Type="http://schemas.openxmlformats.org/officeDocument/2006/relationships/image" Target="/ppt/media/image7.jpeg" Id="Re7ed937a4a6f482a" /><Relationship Type="http://schemas.openxmlformats.org/officeDocument/2006/relationships/notesSlide" Target="/ppt/notesSlides/notesSlide14.xml" Id="Re5b1edbf72c647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4cd2bd24e4972" /><Relationship Type="http://schemas.openxmlformats.org/officeDocument/2006/relationships/image" Target="/ppt/media/image6.png" Id="Rf65c15d3586e4e39" /><Relationship Type="http://schemas.openxmlformats.org/officeDocument/2006/relationships/notesSlide" Target="/ppt/notesSlides/notesSlide15.xml" Id="R66f2a47531694d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e751c531e4f2f" /><Relationship Type="http://schemas.openxmlformats.org/officeDocument/2006/relationships/image" Target="/ppt/media/image8.jpeg" Id="R840d76819b884243" /><Relationship Type="http://schemas.openxmlformats.org/officeDocument/2006/relationships/notesSlide" Target="/ppt/notesSlides/notesSlide16.xml" Id="Rbcf9d630256646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101d697aa455b" /><Relationship Type="http://schemas.openxmlformats.org/officeDocument/2006/relationships/image" Target="/ppt/media/image7.png" Id="Rac33686b21a64016" /><Relationship Type="http://schemas.openxmlformats.org/officeDocument/2006/relationships/notesSlide" Target="/ppt/notesSlides/notesSlide17.xml" Id="R38d09a76872446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681542a744e0d" /><Relationship Type="http://schemas.openxmlformats.org/officeDocument/2006/relationships/image" Target="/ppt/media/image9.jpeg" Id="R8675cedb78554536" /><Relationship Type="http://schemas.openxmlformats.org/officeDocument/2006/relationships/notesSlide" Target="/ppt/notesSlides/notesSlide18.xml" Id="R2faa64dbbeb741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1ce8047fd449d" /><Relationship Type="http://schemas.openxmlformats.org/officeDocument/2006/relationships/image" Target="/ppt/media/image10.jpeg" Id="Rb931b750f83b4ad6" /><Relationship Type="http://schemas.openxmlformats.org/officeDocument/2006/relationships/notesSlide" Target="/ppt/notesSlides/notesSlide19.xml" Id="R25035f2971574d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bd6cffdc34735" /><Relationship Type="http://schemas.openxmlformats.org/officeDocument/2006/relationships/image" Target="/ppt/media/image11.jpeg" Id="Rb51ba883c4c14405" /><Relationship Type="http://schemas.openxmlformats.org/officeDocument/2006/relationships/notesSlide" Target="/ppt/notesSlides/notesSlide20.xml" Id="R05f696753a144a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04ba6bccc4878" /><Relationship Type="http://schemas.openxmlformats.org/officeDocument/2006/relationships/image" Target="/ppt/media/image12.jpeg" Id="R17d8767252b744a6" /><Relationship Type="http://schemas.openxmlformats.org/officeDocument/2006/relationships/notesSlide" Target="/ppt/notesSlides/notesSlide21.xml" Id="R04bf513911f94f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6e44f57f1416e" /><Relationship Type="http://schemas.openxmlformats.org/officeDocument/2006/relationships/image" Target="/ppt/media/image13.jpeg" Id="Rb449fdb9c3774d1b" /><Relationship Type="http://schemas.openxmlformats.org/officeDocument/2006/relationships/notesSlide" Target="/ppt/notesSlides/notesSlide22.xml" Id="Ra1a3761ba80846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57b0da5664993" /><Relationship Type="http://schemas.openxmlformats.org/officeDocument/2006/relationships/image" Target="/ppt/media/image14.jpeg" Id="Ra19d68fca7024119" /><Relationship Type="http://schemas.openxmlformats.org/officeDocument/2006/relationships/notesSlide" Target="/ppt/notesSlides/notesSlide23.xml" Id="Rc19cf413f1b34b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21883eac74834" /><Relationship Type="http://schemas.openxmlformats.org/officeDocument/2006/relationships/image" Target="/ppt/media/image15.jpeg" Id="R57dfe96f85034a5b" /><Relationship Type="http://schemas.openxmlformats.org/officeDocument/2006/relationships/notesSlide" Target="/ppt/notesSlides/notesSlide24.xml" Id="R8a106346cdf440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90cadd7bc45cb" /><Relationship Type="http://schemas.openxmlformats.org/officeDocument/2006/relationships/image" Target="/ppt/media/image16.jpeg" Id="Rdf545cbc5d534230" /><Relationship Type="http://schemas.openxmlformats.org/officeDocument/2006/relationships/notesSlide" Target="/ppt/notesSlides/notesSlide25.xml" Id="Rf15efadf707d49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ff0fd8e6c4cc0" /><Relationship Type="http://schemas.openxmlformats.org/officeDocument/2006/relationships/notesSlide" Target="/ppt/notesSlides/notesSlide26.xml" Id="R8c02e6cf2f8443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00044-16E1-4AAA-9637-6AADC9D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F5E8B-8046-4A49-829F-5E6A27E9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장애 진단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C5A3C-E8AD-4C1F-A0DD-C1378DFB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모니터링 지표와 대응 매뉴얼 기반 장애 진단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4E803-E95E-4BF4-B3A2-AF38EB63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1  Base AI Project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18BFC-C900-4688-A408-B3852A8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76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26452-2988-447A-945A-AF085864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66318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B301B-65AC-49C2-AE35-B2D600A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베이스 프로젝트의 장애 진단 흐름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D179A-0135-40B4-B945-EE0789A5B09A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79771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처리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자연어 요청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이름과 증상 파악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도구 연결(MCP)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모니터링 지표·대응 매뉴얼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 보고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수집한 자료로 응답 작성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07166-C761-4E42-9520-9DA02E9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대응 매뉴얼: 장애가 발생했을 때 확인할 절차를 정리한 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C16B-A8E1-43C7-9FA9-082E2B28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252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5B8A0-87E9-4DE2-BF0A-6A84A9FA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cache를 조회하지 않고 원인을 추정했다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DEDC5-9D3D-47B0-949B-7E734ECC0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d52d2ff544cbc"/>
          <a:stretch xmlns:a="http://schemas.openxmlformats.org/drawingml/2006/main"/>
        </p:blipFill>
        <p:spPr>
          <a:xfrm xmlns:a="http://schemas.openxmlformats.org/drawingml/2006/main">
            <a:off x="898632" y="914400"/>
            <a:ext cx="603228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13C7F-6C7F-401F-8F95-32CAC922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1AA19-210D-4437-973A-6A542E0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cache 지표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공유 의존 관계도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2A9DD-FDB9-4AFD-8B05-28AADA1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77926-137E-40B8-A39C-49D9D03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4040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CEBE6-DF4A-42EB-AE6D-A88391B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서비스를 각각 조사했다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FDD37-BFAF-40A1-B1CC-8159059D6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84bdd7fed4f3a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68310-7A35-4700-A673-063D71F7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서비스 전체를 계획과 대조해 빠진 조사를 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0C6A-85C2-430B-B7C0-AEB1811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2289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BC1E3-8861-4848-8501-7E7DA39F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공통 원인은 미확인으로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B50E1-CDA5-4306-9712-1558EA5BC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211e511054ec2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5F7AF-E40E-423E-8893-CABFA014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서비스별 근거는 제시하고, 공통 원인 확정은 보류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B4E9B-E232-4AED-9CD7-4189E1A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3013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9E8A6-DCBF-4A7C-B009-9A2274AC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gateway만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B72B-7070-4608-B853-F4D1DAEEC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e79500ad14ee9"/>
          <a:stretch xmlns:a="http://schemas.openxmlformats.org/drawingml/2006/main"/>
        </p:blipFill>
        <p:spPr>
          <a:xfrm xmlns:a="http://schemas.openxmlformats.org/drawingml/2006/main">
            <a:off x="569422" y="914400"/>
            <a:ext cx="669070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6F59B-5E2A-4745-8B34-2DAE188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 상태는 미수집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4F31E-96F6-4CBE-9893-A561A95D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상대 서비스의 근거가 빠짐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673CD-588B-40F4-B6C3-43028BE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B5476-87E6-465C-B71D-31F790A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0877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1CC5D-C423-45AF-ADC0-375B951B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요청을 주고받는 두 서비스를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ADD16-845C-49F7-8A61-612F9D7D4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03599bf0041d1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D5E8F-6AD1-464B-84D8-9ED17FB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두 서비스의 조사 작업을 각각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C202-F067-4236-B72E-84B7E66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9125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69228-54B2-472C-95D5-E073B67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서비스의 결과와 근거를 제시했다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2AB11-B986-4579-81BF-F95A8C6DE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fb3c118e54282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B220-BB14-4ABE-9EE8-2D4D1F0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두 서비스의 관측과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E43F9-1103-4960-BEB1-083605E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0652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E41AE-3828-4815-BDDB-77A51490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billing을 묻자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B3C74-103F-4979-8AF2-F767ACCD1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12ab034ff4353"/>
          <a:stretch xmlns:a="http://schemas.openxmlformats.org/drawingml/2006/main"/>
        </p:blipFill>
        <p:spPr>
          <a:xfrm xmlns:a="http://schemas.openxmlformats.org/drawingml/2006/main">
            <a:off x="457200" y="1029811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8FDE-A464-4C47-93B3-55548A9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CFDCB-05EE-423D-9905-56CFAD48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정책: 미등록 이름은 auth 기본 처리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문제: 사용자가 요청한 대상과 불일치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8B08B-6FC1-45EF-B807-102A4AA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6867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D974F-AA6A-4742-8E75-963D55AB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미등록이면 등록 이름을 다시 묻는다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02A44-7AA8-4D36-A466-402844C29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c2892113f4a5c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1487E-2FA9-4416-B5D5-28581FB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등록 목록과 대조하고, 임의 대체·모니터링·보고 생성을 생략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53394-BA7B-4A32-B4B8-AD9165B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4694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CA355-DA42-4DB7-BD73-79BB3182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로그인만으로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0C9A4-186E-4C6D-9D02-D205E2582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2143ccaac44cf"/>
          <a:stretch xmlns:a="http://schemas.openxmlformats.org/drawingml/2006/main"/>
        </p:blipFill>
        <p:spPr>
          <a:xfrm xmlns:a="http://schemas.openxmlformats.org/drawingml/2006/main">
            <a:off x="457200" y="994569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5C681-31A2-45CB-842C-618E658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0B0E2-AECA-4839-AE78-D07BFA4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auth 기본 정책을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대상 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A10F3-4E42-42AF-BD3B-1C6D9EC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8873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90A7-A6F4-4F9A-9150-9C1EAD22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서비스 이름을 먼저 확인한다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C82FA-F5F6-4B97-B3F6-2674C36BF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d18daebb24d4c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17649-F034-4BB0-B0E2-4C6C972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대상이 명시되지 않으면 조사 대신 확인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8049B-A790-4B3F-933A-644AF8E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7373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E4AEE-D345-4E8E-8506-07F63649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전 · 정상 web에 DB 장애 절차를 연결했다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04247-D10D-4D2E-8553-3D395CE43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7ab501efb47c6"/>
          <a:stretch xmlns:a="http://schemas.openxmlformats.org/drawingml/2006/main"/>
        </p:blipFill>
        <p:spPr>
          <a:xfrm xmlns:a="http://schemas.openxmlformats.org/drawingml/2006/main">
            <a:off x="304800" y="9784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41562-33B5-4B53-96D3-626158F5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web-01: healthy·알림 0건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선택 문서: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44D4F-F2BE-49FE-B54E-A92DBC6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정상인데 장애 문서 선택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auth 조사도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80E4D-E570-4B69-8B4B-3C50B47A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EF42C-9CA0-4FD5-BF9B-69237F1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4305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194EE-F491-4538-AD10-295528A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후 · 정상·장애를 서비스별로 구분했다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6CEF9-BF37-47BD-87CC-B12232886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d937a4a6f482a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F56BA-6B3B-49F5-AE7B-85ACC7D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상태를 먼저 분기: 정상은 검색 생략, 장애는 관측 알림으로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AEC5-7096-4942-B254-B33A83E4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0316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0D3C0-7F6D-456C-BFA6-DF19308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전 · 로그 미수집인데 분석 결과처럼 답했다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08F38-E2CC-444B-90F8-B2A939305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c15d3586e4e39"/>
          <a:stretch xmlns:a="http://schemas.openxmlformats.org/drawingml/2006/main"/>
        </p:blipFill>
        <p:spPr>
          <a:xfrm xmlns:a="http://schemas.openxmlformats.org/drawingml/2006/main">
            <a:off x="473611" y="914400"/>
            <a:ext cx="6882329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ED68C-239A-4B0C-B9DE-7D91606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로그 조회 없이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5AE99-E2A1-4D5A-82A3-086D801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 자료: 지표·매뉴얼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B6C61-2D8D-431D-AEBD-8BD03301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D3093-30EF-4960-98CF-36E32E1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15682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2ECD-C266-4C44-ADE7-8B41DAE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후 · 관측과 매뉴얼 원문으로 보고했다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8F334-CF7C-4CA3-BB37-83D8861C6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d76819b884243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5F076-93FD-4F9A-8CE4-1EF9857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서비스·수치·문서·절차 번호 검증 후 원문으로 출력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27C32-6C4B-49E1-8060-FE723525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35499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9A79B-87E6-4FD9-9E5B-8845593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전 · 사용자 이름을 자기소개에 섞었다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2EDE9-CC21-4CB2-8346-5A02F2BB18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3686b21a64016"/>
          <a:stretch xmlns:a="http://schemas.openxmlformats.org/drawingml/2006/main"/>
        </p:blipFill>
        <p:spPr>
          <a:xfrm xmlns:a="http://schemas.openxmlformats.org/drawingml/2006/main">
            <a:off x="932377" y="914400"/>
            <a:ext cx="596479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815DA-5205-4C59-A57C-0826E090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사용자 이름 민수가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비서의 자기소개에 섞임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D622A-4567-4BB0-AD11-8B3959A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사용자와 비서 이름 혼동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 역할의 선언만 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5F897-8565-4641-9E36-66A936A0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FB804-DEC9-4861-AC8E-EEFBB413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48598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9B5F6-CB4F-4730-816E-DE6AB05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후 · 사용자 이름을 올바르게 답한다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B93F3-BCEE-43E3-918F-C32B0920A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5cedb78554536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5BFC4-651D-48F4-A493-7E27789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대화 이력에서 사용자 역할의 이름 선언을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8A67A-1D90-43AC-B5EF-B59E2D7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5183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75D38-0D11-4EFE-B87B-9FC63F5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전 · 시간 초과 뒤 안내가 없었다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21C87-A7CA-4A2F-9EFB-6213C6F1E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1b750f83b4ad6"/>
          <a:stretch xmlns:a="http://schemas.openxmlformats.org/drawingml/2006/main"/>
        </p:blipFill>
        <p:spPr>
          <a:xfrm xmlns:a="http://schemas.openxmlformats.org/drawingml/2006/main">
            <a:off x="304800" y="1569839"/>
            <a:ext cx="7219950" cy="406122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04BD8-333B-4A9D-91FF-1B5C25A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단계 시간 초과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최종 응답·실패 안내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AA7D-EAAC-4321-82AA-8770C29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실패 원인을 알 수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수집한 지표도 확인 불가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7839E-8EC0-4BAC-955C-58583DB4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조회 후 최종 응답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51ACA-CE75-4561-8A52-E4B8EBE0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242834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4C0B-4939-4A88-8CAA-66D6AEA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시간 제한을 알리고 근거를 보존했다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22D05-C021-49E2-95E6-3D6C717793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ba883c4c14405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D641B-4BCE-424C-ADB1-6A4A89A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생성 512토큰·호출 25초·요청 60초, 검증 실패는 최대 2회 후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670D2-A593-4FD5-B2EC-38948216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015334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C6588-9A9C-44E0-93EF-D1326FF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두 서비스의 관측을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8877A-209B-4627-88AB-640677671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8767252b744a6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C3645-62F0-4AF2-A5B4-E5B569E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시간 초과 시 이미 수집한 서비스별 관측과 미확인 사항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80011-0707-4681-8640-001F33C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24822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47D4A-600B-420A-9FA6-F03897D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1 · 증상에 맞는 매뉴얼을 검색한다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5C986-CCF6-4B72-860B-FFAC46CE8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9fdb9c3774d1b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858F5-E593-41DE-BE87-4615A17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4F9D4-B853-45D4-BB5B-7F5596F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7C14F-3D6A-458D-B663-ED6DE85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2A210-6F5A-4E0F-8BEC-18235034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09429-ABCC-4258-9D8C-5B4BBCE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log-service → disk-full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0C478-EAD1-4DF3-B7D2-D18BB47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검색기를 의존성으로 분리해 교체·단위 테스트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EA0A3-C220-4CF7-9FD0-14EBC87C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609372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C188B-26FE-40A8-A401-323588BC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2 · 답변에 사용한 근거를 화면에 표시한다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D628F-F68A-45AF-A5E6-21C076EC4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d68fca7024119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67651-BCA7-4326-8162-B1BDEAF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8958E-4330-4ACB-A5FB-81A77C3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수집 객체를 최종 이벤트에 포함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CBB6B-A4E1-4ABB-AD23-7BE80A3D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서비스·수치·문서를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20AF0-1CF9-481D-83CD-0744BAA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미확인 항목과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0A652-B3D7-4A9F-A8A6-35E9B88A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B0FBF-F356-45EA-A08C-06BA76CB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45782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A84D-2158-4771-8DCD-9BF75724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3 · 같은 질문의 결과를 자동 비교한다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63F65-90B7-444D-BB40-D8F2E7E2A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fe96f85034a5b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FB19E-620C-4CA0-9B69-8ACAE108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분기·검증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AD1B2-2725-4AF1-99F9-4EE2944E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8911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528FB-6B30-49E2-B220-0746AB24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측정 기준과 전후 결과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1D4A-1598-4299-9CAA-96AB21FC0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45cbc5d534230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4C8F-BC6E-42F5-8CDF-D36FE22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268294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C796D-BB5A-4710-87AA-24F835DB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70535-2E32-40E7-901C-E51CA0ED7F00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79771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한계·대가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지연·오검색, 운영 성능 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자유로운 종합 설명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상한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요청은 확인된 사실 안내로 종료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8EB7F-58FA-4793-AB10-515624E4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자료 수집과 독립 질문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E936E-01B2-4782-9FC8-33E901A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23610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2026-10-22T00:44:48.0210000Z</dcterms:created>
  <dcterms:modified xsi:type="dcterms:W3CDTF">2026-10-22T00:44:48.0210000Z</dcterms:modified>
</coreProperties>
</file>