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9989c0d074fc8" /><Relationship Type="http://schemas.openxmlformats.org/officeDocument/2006/relationships/extended-properties" Target="/docProps/app.xml" Id="R00f1237485454483" /><Relationship Type="http://schemas.openxmlformats.org/officeDocument/2006/relationships/officeDocument" Target="/ppt/presentation.xml" Id="R075ba830db08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360e243874ed7"/>
  </p:sldMasterIdLst>
  <p:notesMasterIdLst>
    <p:notesMasterId xmlns:r="http://schemas.openxmlformats.org/officeDocument/2006/relationships" r:id="Rac9a427598604ff0"/>
  </p:notesMasterIdLst>
  <p:sldIdLst>
    <p:sldId xmlns:r="http://schemas.openxmlformats.org/officeDocument/2006/relationships" id="256" r:id="Rfba41ddeab0b47c7"/>
    <p:sldId xmlns:r="http://schemas.openxmlformats.org/officeDocument/2006/relationships" id="257" r:id="R47f4fdc58fb74257"/>
    <p:sldId xmlns:r="http://schemas.openxmlformats.org/officeDocument/2006/relationships" id="258" r:id="Rb3333c4b7e1c4e05"/>
    <p:sldId xmlns:r="http://schemas.openxmlformats.org/officeDocument/2006/relationships" id="259" r:id="Rb616085ba54b4610"/>
    <p:sldId xmlns:r="http://schemas.openxmlformats.org/officeDocument/2006/relationships" id="260" r:id="R5535a93dbb944e3c"/>
    <p:sldId xmlns:r="http://schemas.openxmlformats.org/officeDocument/2006/relationships" id="261" r:id="R129c0b0fab3b4241"/>
    <p:sldId xmlns:r="http://schemas.openxmlformats.org/officeDocument/2006/relationships" id="262" r:id="Ra641386112b24e0a"/>
    <p:sldId xmlns:r="http://schemas.openxmlformats.org/officeDocument/2006/relationships" id="263" r:id="Rcea06857504d4dba"/>
    <p:sldId xmlns:r="http://schemas.openxmlformats.org/officeDocument/2006/relationships" id="264" r:id="R8a32e5dcb3b54d13"/>
    <p:sldId xmlns:r="http://schemas.openxmlformats.org/officeDocument/2006/relationships" id="265" r:id="R14e4119a7aa34457"/>
    <p:sldId xmlns:r="http://schemas.openxmlformats.org/officeDocument/2006/relationships" id="266" r:id="Rfb53ba59e78641a6"/>
    <p:sldId xmlns:r="http://schemas.openxmlformats.org/officeDocument/2006/relationships" id="267" r:id="R990a6bfe6ad74d97"/>
    <p:sldId xmlns:r="http://schemas.openxmlformats.org/officeDocument/2006/relationships" id="268" r:id="Ra664e814ebbf4df2"/>
    <p:sldId xmlns:r="http://schemas.openxmlformats.org/officeDocument/2006/relationships" id="269" r:id="Rd97320bc4b164c61"/>
    <p:sldId xmlns:r="http://schemas.openxmlformats.org/officeDocument/2006/relationships" id="270" r:id="Rc0ebdc820dfb47f3"/>
    <p:sldId xmlns:r="http://schemas.openxmlformats.org/officeDocument/2006/relationships" id="271" r:id="R3a4f9a6a7ab74283"/>
    <p:sldId xmlns:r="http://schemas.openxmlformats.org/officeDocument/2006/relationships" id="272" r:id="R318008e816d8490f"/>
    <p:sldId xmlns:r="http://schemas.openxmlformats.org/officeDocument/2006/relationships" id="273" r:id="Rac9f125065b74519"/>
    <p:sldId xmlns:r="http://schemas.openxmlformats.org/officeDocument/2006/relationships" id="274" r:id="R6133c35465314ea5"/>
    <p:sldId xmlns:r="http://schemas.openxmlformats.org/officeDocument/2006/relationships" id="275" r:id="R404b577a1082405c"/>
    <p:sldId xmlns:r="http://schemas.openxmlformats.org/officeDocument/2006/relationships" id="276" r:id="R9dd653996e6d491a"/>
    <p:sldId xmlns:r="http://schemas.openxmlformats.org/officeDocument/2006/relationships" id="277" r:id="Rd6428d5645a542a0"/>
    <p:sldId xmlns:r="http://schemas.openxmlformats.org/officeDocument/2006/relationships" id="278" r:id="Rd723837e541e4446"/>
    <p:sldId xmlns:r="http://schemas.openxmlformats.org/officeDocument/2006/relationships" id="279" r:id="R26d6533ca8fb4dc4"/>
    <p:sldId xmlns:r="http://schemas.openxmlformats.org/officeDocument/2006/relationships" id="280" r:id="Rcadd86960e5c4703"/>
    <p:sldId xmlns:r="http://schemas.openxmlformats.org/officeDocument/2006/relationships" id="281" r:id="R8db0543c0cfe4b86"/>
    <p:sldId xmlns:r="http://schemas.openxmlformats.org/officeDocument/2006/relationships" id="282" r:id="R90935fd27d334dd3"/>
    <p:sldId xmlns:r="http://schemas.openxmlformats.org/officeDocument/2006/relationships" id="283" r:id="R1a1e6cc0e7f94391"/>
    <p:sldId xmlns:r="http://schemas.openxmlformats.org/officeDocument/2006/relationships" id="284" r:id="R74fa2eef1bf9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007a426c744be" /><Relationship Type="http://schemas.openxmlformats.org/officeDocument/2006/relationships/slideMaster" Target="/ppt/slideMasters/slideMaster1.xml" Id="Rd38360e243874ed7" /><Relationship Type="http://schemas.openxmlformats.org/officeDocument/2006/relationships/notesMaster" Target="/ppt/notesMasters/notesMaster1.xml" Id="Rac9a427598604ff0" /><Relationship Type="http://schemas.openxmlformats.org/officeDocument/2006/relationships/presProps" Target="/ppt/presProps.xml" Id="R9ce71a1a602046ff" /><Relationship Type="http://schemas.openxmlformats.org/officeDocument/2006/relationships/tableStyles" Target="/ppt/tableStyles.xml" Id="R3455b11fd99d467e" /><Relationship Type="http://schemas.openxmlformats.org/officeDocument/2006/relationships/slide" Target="/ppt/slides/slide1.xml" Id="Rfba41ddeab0b47c7" /><Relationship Type="http://schemas.openxmlformats.org/officeDocument/2006/relationships/slide" Target="/ppt/slides/slide2.xml" Id="R47f4fdc58fb74257" /><Relationship Type="http://schemas.openxmlformats.org/officeDocument/2006/relationships/slide" Target="/ppt/slides/slide3.xml" Id="Rb3333c4b7e1c4e05" /><Relationship Type="http://schemas.openxmlformats.org/officeDocument/2006/relationships/slide" Target="/ppt/slides/slide4.xml" Id="Rb616085ba54b4610" /><Relationship Type="http://schemas.openxmlformats.org/officeDocument/2006/relationships/slide" Target="/ppt/slides/slide5.xml" Id="R5535a93dbb944e3c" /><Relationship Type="http://schemas.openxmlformats.org/officeDocument/2006/relationships/slide" Target="/ppt/slides/slide6.xml" Id="R129c0b0fab3b4241" /><Relationship Type="http://schemas.openxmlformats.org/officeDocument/2006/relationships/slide" Target="/ppt/slides/slide7.xml" Id="Ra641386112b24e0a" /><Relationship Type="http://schemas.openxmlformats.org/officeDocument/2006/relationships/slide" Target="/ppt/slides/slide8.xml" Id="Rcea06857504d4dba" /><Relationship Type="http://schemas.openxmlformats.org/officeDocument/2006/relationships/slide" Target="/ppt/slides/slide9.xml" Id="R8a32e5dcb3b54d13" /><Relationship Type="http://schemas.openxmlformats.org/officeDocument/2006/relationships/slide" Target="/ppt/slides/slide10.xml" Id="R14e4119a7aa34457" /><Relationship Type="http://schemas.openxmlformats.org/officeDocument/2006/relationships/slide" Target="/ppt/slides/slide11.xml" Id="Rfb53ba59e78641a6" /><Relationship Type="http://schemas.openxmlformats.org/officeDocument/2006/relationships/slide" Target="/ppt/slides/slide12.xml" Id="R990a6bfe6ad74d97" /><Relationship Type="http://schemas.openxmlformats.org/officeDocument/2006/relationships/slide" Target="/ppt/slides/slide13.xml" Id="Ra664e814ebbf4df2" /><Relationship Type="http://schemas.openxmlformats.org/officeDocument/2006/relationships/slide" Target="/ppt/slides/slide14.xml" Id="Rd97320bc4b164c61" /><Relationship Type="http://schemas.openxmlformats.org/officeDocument/2006/relationships/slide" Target="/ppt/slides/slide15.xml" Id="Rc0ebdc820dfb47f3" /><Relationship Type="http://schemas.openxmlformats.org/officeDocument/2006/relationships/slide" Target="/ppt/slides/slide16.xml" Id="R3a4f9a6a7ab74283" /><Relationship Type="http://schemas.openxmlformats.org/officeDocument/2006/relationships/slide" Target="/ppt/slides/slide17.xml" Id="R318008e816d8490f" /><Relationship Type="http://schemas.openxmlformats.org/officeDocument/2006/relationships/slide" Target="/ppt/slides/slide18.xml" Id="Rac9f125065b74519" /><Relationship Type="http://schemas.openxmlformats.org/officeDocument/2006/relationships/slide" Target="/ppt/slides/slide19.xml" Id="R6133c35465314ea5" /><Relationship Type="http://schemas.openxmlformats.org/officeDocument/2006/relationships/slide" Target="/ppt/slides/slide20.xml" Id="R404b577a1082405c" /><Relationship Type="http://schemas.openxmlformats.org/officeDocument/2006/relationships/slide" Target="/ppt/slides/slide21.xml" Id="R9dd653996e6d491a" /><Relationship Type="http://schemas.openxmlformats.org/officeDocument/2006/relationships/slide" Target="/ppt/slides/slide22.xml" Id="Rd6428d5645a542a0" /><Relationship Type="http://schemas.openxmlformats.org/officeDocument/2006/relationships/slide" Target="/ppt/slides/slide23.xml" Id="Rd723837e541e4446" /><Relationship Type="http://schemas.openxmlformats.org/officeDocument/2006/relationships/slide" Target="/ppt/slides/slide24.xml" Id="R26d6533ca8fb4dc4" /><Relationship Type="http://schemas.openxmlformats.org/officeDocument/2006/relationships/slide" Target="/ppt/slides/slide25.xml" Id="Rcadd86960e5c4703" /><Relationship Type="http://schemas.openxmlformats.org/officeDocument/2006/relationships/slide" Target="/ppt/slides/slide26.xml" Id="R8db0543c0cfe4b86" /><Relationship Type="http://schemas.openxmlformats.org/officeDocument/2006/relationships/slide" Target="/ppt/slides/slide27.xml" Id="R90935fd27d334dd3" /><Relationship Type="http://schemas.openxmlformats.org/officeDocument/2006/relationships/slide" Target="/ppt/slides/slide28.xml" Id="R1a1e6cc0e7f94391" /><Relationship Type="http://schemas.openxmlformats.org/officeDocument/2006/relationships/slide" Target="/ppt/slides/slide29.xml" Id="R74fa2eef1bf9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c6bd79780e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e84610c65b481a" /><Relationship Type="http://schemas.openxmlformats.org/officeDocument/2006/relationships/notesMaster" Target="/ppt/notesMasters/notesMaster1.xml" Id="R9406a715777d4e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f18e74f64748bb" /><Relationship Type="http://schemas.openxmlformats.org/officeDocument/2006/relationships/notesMaster" Target="/ppt/notesMasters/notesMaster1.xml" Id="R7606ad43bca3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a053c2470c4f6f" /><Relationship Type="http://schemas.openxmlformats.org/officeDocument/2006/relationships/notesMaster" Target="/ppt/notesMasters/notesMaster1.xml" Id="Rfcd1af9f46774a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e9813cd3f4485" /><Relationship Type="http://schemas.openxmlformats.org/officeDocument/2006/relationships/notesMaster" Target="/ppt/notesMasters/notesMaster1.xml" Id="Rfe3d30101c57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b45208af34ffc" /><Relationship Type="http://schemas.openxmlformats.org/officeDocument/2006/relationships/notesMaster" Target="/ppt/notesMasters/notesMaster1.xml" Id="R729fc139f9e24b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bb97928b24893" /><Relationship Type="http://schemas.openxmlformats.org/officeDocument/2006/relationships/notesMaster" Target="/ppt/notesMasters/notesMaster1.xml" Id="R7d869131705047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f66dfcfa834fc3" /><Relationship Type="http://schemas.openxmlformats.org/officeDocument/2006/relationships/notesMaster" Target="/ppt/notesMasters/notesMaster1.xml" Id="Rbdcd14523c9a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9a97d97604a14" /><Relationship Type="http://schemas.openxmlformats.org/officeDocument/2006/relationships/notesMaster" Target="/ppt/notesMasters/notesMaster1.xml" Id="Rd52fac171891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d0f65e01f4ef3" /><Relationship Type="http://schemas.openxmlformats.org/officeDocument/2006/relationships/notesMaster" Target="/ppt/notesMasters/notesMaster1.xml" Id="R389a4f0f954a4b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7e475ded6b4f07" /><Relationship Type="http://schemas.openxmlformats.org/officeDocument/2006/relationships/notesMaster" Target="/ppt/notesMasters/notesMaster1.xml" Id="R63be55794b4044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c352e16c3742d4" /><Relationship Type="http://schemas.openxmlformats.org/officeDocument/2006/relationships/notesMaster" Target="/ppt/notesMasters/notesMaster1.xml" Id="R8344164a944c42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2cb0f506d346f3" /><Relationship Type="http://schemas.openxmlformats.org/officeDocument/2006/relationships/notesMaster" Target="/ppt/notesMasters/notesMaster1.xml" Id="R1b6f26f8c7a1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61425a33d14f25" /><Relationship Type="http://schemas.openxmlformats.org/officeDocument/2006/relationships/notesMaster" Target="/ppt/notesMasters/notesMaster1.xml" Id="Racfb299fde1446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a8a308f1264983" /><Relationship Type="http://schemas.openxmlformats.org/officeDocument/2006/relationships/notesMaster" Target="/ppt/notesMasters/notesMaster1.xml" Id="Rbe2fddc96a9d40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dad53dd5d549c3" /><Relationship Type="http://schemas.openxmlformats.org/officeDocument/2006/relationships/notesMaster" Target="/ppt/notesMasters/notesMaster1.xml" Id="Rfaaf54c548f743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6354e83e2b4463" /><Relationship Type="http://schemas.openxmlformats.org/officeDocument/2006/relationships/notesMaster" Target="/ppt/notesMasters/notesMaster1.xml" Id="R4658df7114f940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6096c501c341b3" /><Relationship Type="http://schemas.openxmlformats.org/officeDocument/2006/relationships/notesMaster" Target="/ppt/notesMasters/notesMaster1.xml" Id="Ra893de23c4af40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3c899a55d84f37" /><Relationship Type="http://schemas.openxmlformats.org/officeDocument/2006/relationships/notesMaster" Target="/ppt/notesMasters/notesMaster1.xml" Id="R7cf991e6f63c4a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1bfff27cdf4143" /><Relationship Type="http://schemas.openxmlformats.org/officeDocument/2006/relationships/notesMaster" Target="/ppt/notesMasters/notesMaster1.xml" Id="Rea79676f805041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4bb42a98894750" /><Relationship Type="http://schemas.openxmlformats.org/officeDocument/2006/relationships/notesMaster" Target="/ppt/notesMasters/notesMaster1.xml" Id="R81e01379bce34b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3e4599fcec43ee" /><Relationship Type="http://schemas.openxmlformats.org/officeDocument/2006/relationships/notesMaster" Target="/ppt/notesMasters/notesMaster1.xml" Id="R64d1eff247bf47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6cf87be21d145fb" /><Relationship Type="http://schemas.openxmlformats.org/officeDocument/2006/relationships/notesMaster" Target="/ppt/notesMasters/notesMaster1.xml" Id="Rdc000404a05749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e363925fa94c96" /><Relationship Type="http://schemas.openxmlformats.org/officeDocument/2006/relationships/notesMaster" Target="/ppt/notesMasters/notesMaster1.xml" Id="Ra68ce4feb34c42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1e1822228f4a17" /><Relationship Type="http://schemas.openxmlformats.org/officeDocument/2006/relationships/notesMaster" Target="/ppt/notesMasters/notesMaster1.xml" Id="Rfa53a5be16764f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da0f9dc9ab4552" /><Relationship Type="http://schemas.openxmlformats.org/officeDocument/2006/relationships/notesMaster" Target="/ppt/notesMasters/notesMaster1.xml" Id="R8fc8850fee7f4e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359bcc014c4941" /><Relationship Type="http://schemas.openxmlformats.org/officeDocument/2006/relationships/notesMaster" Target="/ppt/notesMasters/notesMaster1.xml" Id="R7a3889e6d0254b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ce3d1a517f49fe" /><Relationship Type="http://schemas.openxmlformats.org/officeDocument/2006/relationships/notesMaster" Target="/ppt/notesMasters/notesMaster1.xml" Id="R151e9eebd776453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274356c9f8e4502" /><Relationship Type="http://schemas.openxmlformats.org/officeDocument/2006/relationships/notesMaster" Target="/ppt/notesMasters/notesMaster1.xml" Id="R61dc012bc3b44e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ec1725d76f4338" /><Relationship Type="http://schemas.openxmlformats.org/officeDocument/2006/relationships/notesMaster" Target="/ppt/notesMasters/notesMaster1.xml" Id="Rc3e975be9b4b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안녕하세요. 실습 일 번, 베이스 프로젝트 개선을 선택한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기존 프로젝트는 서비스 이름과 장애 증상을 입력하면 모니터링 지표와 대응 매뉴얼을 조회해 진단 보고서를 만드는 AI 에이전트입니다.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프로젝트는 수업에서 제공한 서비스 장애 진단 에이전트다. FastAPI 서버, LangGraph 그래프, MCP Tool·Resource·Prompt, Vue 채팅 화면, SQLite 대화 이력이 이미 있다.</a:t>
            </a:r>
          </a:p>
          <a:p xmlns:a="http://schemas.openxmlformats.org/drawingml/2006/main">
            <a:r>
              <a:t>2. 원래 흐름은 route → plan → gate → research → replan_check → analysis → write → validate → finalize다. 일반 대화는 조사 파이프라인을 건너뛴다.</a:t>
            </a:r>
          </a:p>
          <a:p xmlns:a="http://schemas.openxmlformats.org/drawingml/2006/main">
            <a:r>
              <a:t>3. 이번 개선에서 실제로 검증한 모델은 Ollama의 qwen3:0.6b/8b다. 모니터링은 교육용 모의 데이터이며 실제 운영 로그·서버 조치는 없다. 기존 기반 전체를 새로 개발했다고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day1/baseline/original_v2/doc/README.md; day1/baseline/original_v2/agent/graph.py; day1/baseline/original_v2/server.py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개선은 조사 범위, 대상 확인, 매뉴얼 선택, 답변 검증, 실패 처리 다섯 가지입니다. 검색과 근거 화면, 비교 평가를 추가했습니다.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시트의 개선 5개·기능 추가 3개를 그대로 실제 구현과 연결한다. 이름 응답은 추가 보완한 대화 처리이며 새 주요 기능으로 늘리지 않는다.</a:t>
            </a:r>
          </a:p>
          <a:p xmlns:a="http://schemas.openxmlformats.org/drawingml/2006/main">
            <a:r>
              <a:t>2. 매뉴얼 선택 개선은 정상·정보 부족·장애 분기이며, RAG는 장애로 조사할 서비스의 알림과 문서를 의미로 연결하는 추가 검색 방식이다.</a:t>
            </a:r>
          </a:p>
          <a:p xmlns:a="http://schemas.openxmlformats.org/drawingml/2006/main">
            <a:r>
              <a:t>3. 다음 기술 표에서 적용 방법을 설명하고, 이후 각 문제의 최초 질문·응답과 같은 질문의 개선 응답을 연속해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presentation/PLAN_COVERAGE.md;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MCP에 검색 도구를 추가하고 RAG로 문서를 찾습니다. 그래프 처리를 모듈로 분리하고 검색기를 주입해 실제 MCP와 고정 평가를 교체합니다. 분기 테스트와 동일 입력 평가로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MCP: mcp_server.py의 search_runbooks Tool을 추가했다. retrieval.py의 MCPRunbookSearch가 이 Tool을 호출하고, research.py가 검색 결과의 URI로 기존 MCP Resource 원문을 읽는다. MCP 서버 분리나 기존 Tool·Resource 체계를 새로 구현한 성과로 주장하지 않는다.</a:t>
            </a:r>
          </a:p>
          <a:p xmlns:a="http://schemas.openxmlformats.org/drawingml/2006/main">
            <a:r>
              <a:t>2. RAG: runbook 6개 본문·한영 증상 메타데이터와 서비스별 활성 알림을 bge-m3로 임베딩한다. SQLite에 캐시한 정규화 벡터의 코사인 유사도를 계산하고 임계값 0.35, 후보 2개 중 첫 원문을 연결한다. 대규모 벡터 DB나 ANN 검색을 구현한 것은 아니다.</a:t>
            </a:r>
          </a:p>
          <a:p xmlns:a="http://schemas.openxmlformats.org/drawingml/2006/main">
            <a:r>
              <a:t>3. LangGraph·모듈화: 기존 graph.py의 단일 research 처리를 targets.py·research.py·retrieval.py·reporting.py·validation.py 등으로 나눴다. scope와 retrieve 노드 및 상태별 분기를 추가하고 검증 반복을 최대 두 번으로 제한했다. 독립적인 전문 Multi-Agent 서브그래프를 추가한 구현은 아니다.</a:t>
            </a:r>
          </a:p>
          <a:p xmlns:a="http://schemas.openxmlformats.org/drawingml/2006/main">
            <a:r>
              <a:t>4. 의존성 주입: 기존 SupervisorDeps에 searcher를 추가했다. 연구 노드는 검색 구현을 직접 만들지 않고 주입된 검색기를 우선 사용한다. 실제 앱은 MCP 검색 Tool, 평가·단위 테스트는 고정 데이터 검색 어댑터를 연결한다.</a:t>
            </a:r>
          </a:p>
          <a:p xmlns:a="http://schemas.openxmlformats.org/drawingml/2006/main">
            <a:r>
              <a:t>5. 단위 테스트 31개와 실제 모델 고정 입력 20건은 목적이 다르다. 전자는 대상 추출·수치 변조·부분 실패·시간 제한 등의 코드 분기, 후자는 실제 호출·문서 선택·응답 상태·시간을 확인한다. 실제 MCP·SSE·UI 검증은 별도로 수행했다.</a:t>
            </a:r>
          </a:p>
          <a:p xmlns:a="http://schemas.openxmlformats.org/drawingml/2006/main">
            <a:r>
              <a:t>6. 교수님이 나열한 기술은 예시이며 전부 추가하라는 필수 목록으로 쓰여 있지 않다. 기존 LangSmith traceable 장식은 유지하지만 새 추적 연결·대시보드 분석을 검증한 성과에는 포함하지 않는다. 전문 Multi-Agent 확장도 성과로 표기하지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mcp_server.py; agent/graph.py; agent/retrieval.py; agent/research.py; agent/deps.py; agent/nodes.py; tests/test_core.py; day2/tests/unit-tests-story.txt; day2/results/comparison/summary.json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_extract_system_name은 최초 언급 서비스 하나만 MCP 계획 문맥으로 넘긴다. 이후 실제 조사 목록은 LLM tasks에 의존해 cache가 빠질 수 있었다.</a:t>
            </a:r>
          </a:p>
          <a:p xmlns:a="http://schemas.openxmlformats.org/drawingml/2006/main">
            <a:r>
              <a:t>2. 사진에서는 수집된 사실에 payments만 있고 cache 자료가 없다. 공통 원인을 확정할 근거도 부족하다.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요청에서 전체 서비스를 뽑고 그 목록으로 조회 작업을 구성했습니다. LLM 계획에서 빠져도 모두 조사합니다.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agent/targets.py의 select_targets가 등록 목록과 요청 텍스트를 대조해 알려진 대상 전체와 미등록 대상을 나눈다.</a:t>
            </a:r>
          </a:p>
          <a:p xmlns:a="http://schemas.openxmlformats.org/drawingml/2006/main">
            <a:r>
              <a:t>2. repair_plan은 모델의 tasks를 그대로 실행하지 않고, 확정된 대상마다 monitor-{service} 작업을 다시 만든다. scope_node·plan_node가 이 목록을 보존한다.</a:t>
            </a:r>
          </a:p>
          <a:p xmlns:a="http://schemas.openxmlformats.org/drawingml/2006/main">
            <a:r>
              <a:t>3. agent/research.py의 collect_monitoring은 확정된 targets 전체를 asyncio.gather로 조회한다. 각 조회의 오류를 개별 기록해 다른 서비스 수집을 취소하지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day2/results/contextual-captures/a19f84a4-7221-45f6-938e-f8dac295ea28-eca497a3.json; agent/targets.py; agent/research.py;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공유 의존 관계나 로그를 조사하지 않았으므로 공통 원인은 미확인으로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모델 기반 패턴 추정을 공통 원인 확정 근거로 사용하지 않는다. analysis_node는 현재 도구가 수집하지 않는 로그·시계열·의존 관계의 한계를 명시한다.</a:t>
            </a:r>
          </a:p>
          <a:p xmlns:a="http://schemas.openxmlformats.org/drawingml/2006/main">
            <a:r>
              <a:t>2. render_report는 두 서비스 이상이면 공통 원인은 미확인이라는 안내를 붙인다. 두 서비스 조사 완료와 공통 원인 규명 성공은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gateway·payments 질문의 원본은 gateway 알림만 조회했다. 네트워크 문서 선택 자체보다 상대 서비스 누락을 추가 사례로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대상 보정 처리를 적용해 요청을 보내는 쪽과 받는 쪽을 모두 조회했습니다.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payments·cache와 동일한 대상 추출·작업 재구성 로직을 사용한다. gateway의 network-timeout과 payments의 cpu-spike를 서비스별로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조회는 서비스별로 처리해 일부 실패가 다른 결과를 지우지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서비스별 수집·오류 분리로 일부 실패가 전체 결과를 지우지 않는다. 이 캡처는 두 서비스가 성공한 사례이며, 부분 실패 분기는 단위 테스트에서 따로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미등록·미명시 auth fallback은 기존 설계다. 사용자의 대상과 실제 조사 대상을 일치시키기 위한 정책 변경으로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등록 목록과 먼저 대조합니다. 미등록이면 조회와 보고 생성을 건너뛰고, 다른 서비스로 바꾸지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select_targets가 서비스처럼 보이지만 등록 목록에 없는 billing-service를 unknown에 넣는다. targets가 비면 plan_node가 보고 모델의 계획을 호출하지 않고, 모니터링 수집도 비어 있다.</a:t>
            </a:r>
          </a:p>
          <a:p xmlns:a="http://schemas.openxmlformats.org/drawingml/2006/main">
            <a:r>
              <a:t>2. 문서·관측이 없으면 write_node가 보고 생성을 생략하고 render_report가 등록 이름 확인 안내를 만든다. 안내는 LLM이 작성한 진단 성공으로 세지 않는다.</a:t>
            </a:r>
          </a:p>
          <a:p xmlns:a="http://schemas.openxmlformats.org/drawingml/2006/main">
            <a:r>
              <a:t>3. 등록·미등록 혼합 요청은 등록된 대상은 조사하고, 미등록 대상은 따로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day2/results/contextual-captures/55c381af-5efe-447d-9430-bf83a5b11c9d-c848919a.json; agent/targets.py;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로그인이라는 표현만으로 auth를 선택하던 기본 정책을 변경했다. 등록 별칭을 추가하는 기능은 구현하지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서비스명이 없으면 auth를 기본값으로 쓰던 처리를 없애고, 대상 확인 안내를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장애 문맥은 인식하지만 명시한 등록 대상이 없으면 빈 target 목록을 유지한다. render_report가 어느 서비스를 확인할지 묻는다.</a:t>
            </a:r>
          </a:p>
          <a:p xmlns:a="http://schemas.openxmlformats.org/drawingml/2006/main">
            <a:r>
              <a:t>2. 이 처리는 새 별칭이나 오타를 자동 해석하는 기능이 아니라 대상 확인 정책이다.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day2/results/contextual-captures/f4e83364-7451-4377-a65d-6adaac6d4a8f-3fba43e9.json; agent/targets.py;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원본은 모니터링 알림의 키워드가 맞지 않으면 db-down으로 대체했다. healthy·알림 없음인 web에 DB 문서를 적용한 사진이다.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지표와 알림으로 상태를 먼저 나눕니다. 정상이나 정보 부족이면 문서를 붙이지 않고, 장애 대상은 해당 서비스 알림으로 매뉴얼을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agent/evidence.py의 monitoring_state는 상태·CPU·메모리 유효성·활성 알림을 확인한다. healthy이고 알림이 없으면 healthy, 유효하지만 활성 알림이 없으면 insufficient, 조사 근거가 있으면 investigate다.</a:t>
            </a:r>
          </a:p>
          <a:p xmlns:a="http://schemas.openxmlformats.org/drawingml/2006/main">
            <a:r>
              <a:t>2. collect_runbooks는 investigate 서비스만 검색한다. 정상·정보 부족·유효하지 않은 관측은 장애 문서를 임의로 붙이지 않는다.</a:t>
            </a:r>
          </a:p>
          <a:p xmlns:a="http://schemas.openxmlformats.org/drawingml/2006/main">
            <a:r>
              <a:t>3. 검색 입력은 서비스별 상태와 실제 활성 알림이다. 검색 방법의 상세 구현은 추가 기능 RAG에서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day2/results/contextual-captures/49ebc8c8-65fc-4aec-bc42-fd1829f048e9.json; agent/evidence.py;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분석 결과 문장을 수집된 사실처럼 최종 프롬프트에 포함하던 문제다. 실제 도구에는 로그 조회가 없다.</a:t>
            </a:r>
          </a:p>
          <a:p xmlns:a="http://schemas.openxmlformats.org/drawingml/2006/main">
            <a:r>
              <a:t>2. 원본 validate_node는 30자 이상과 1) 포함 여부만 확인했다. 수치·서비스·원인 주장의 근거 검증은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모델은 수치·문서·절차 번호를 JSON으로 고르게 했습니다. 코드가 근거와 대조하고, 통과한 절차를 원문으로 출력해 조치 조건이 바뀌지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StructuredReportLLM은 sections JSON으로 서비스 이름·CPU·메모리·runbook_id·step_ids·cause_confirmed만 출력하도록 한다.</a:t>
            </a:r>
          </a:p>
          <a:p xmlns:a="http://schemas.openxmlformats.org/drawingml/2006/main">
            <a:r>
              <a:t>2. validate_draft는 누락·중복·범위 밖 서비스, 잘못된 수치, 없는 문서·절차, 원인 확정, 자유 필드를 거절한다.</a:t>
            </a:r>
          </a:p>
          <a:p xmlns:a="http://schemas.openxmlformats.org/drawingml/2006/main">
            <a:r>
              <a:t>3. 검증 후 render_report가 선택된 절차의 원문을 가져온다. 원문의 90% 초과·지속 등의 조건을 모델이 바꿔 쓰지 않는다.</a:t>
            </a:r>
          </a:p>
          <a:p xmlns:a="http://schemas.openxmlformats.org/drawingml/2006/main">
            <a:r>
              <a:t>4. 모든 자유 문장의 의미를 판정하거나 현재 조치 조건 충족을 자동 판단하는 기능은 아니다. 실제 조치도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day2/results/contextual-captures/3e26b7de-a591-4252-a03e-e3b7abfd824e-8df47df5.json; agent/reporting.py; agent/validation.py;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초기 계획의 주요 기능으로 늘리지 않고 실행 중 발견한 추가 보완으로 구분한다. 사용자 민수와 비서의 자기소개가 섞인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이름은 사용자 역할의 선언에서만 읽습니다. 이름 질문과 비서의 자기소개는 제외합니다. 이 부분은 계획 외에 보완한 대화 처리입니다.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remembered_name은 history에서 role=user인 메시지와 현재 입력만 읽고, '제 이름은 ...입니다' 같은 선언형만 추출한다. assistant 발화와 '이름이 뭐였죠' 질문은 이름 선언으로 보지 않는다.</a:t>
            </a:r>
          </a:p>
          <a:p xmlns:a="http://schemas.openxmlformats.org/drawingml/2006/main">
            <a:r>
              <a:t>2. 추출한 이름의 별도 메모리 DB를 새로 만든 것이 아니다. 기존 SQLite 대화 이력을 활용하고 같은 대화의 최근 사용자 선언을 읽는다.</a:t>
            </a:r>
          </a:p>
          <a:p xmlns:a="http://schemas.openxmlformats.org/drawingml/2006/main">
            <a:r>
              <a:t>3. 서버 재시작 뒤 같은 DB·thread의 이름 응답도 별도 기록으로 검증했다. 캡처 자체가 재시작 과정을 보여주는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day2/results/contextual-captures/review-suite.json; agent/targets.py; agent/session_store.py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분석 중 시간 초과가 나면 최종 응답도 실패 안내도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이 화면은 보존한 베이스를 다시 실행한 진행 화면이다. 분석 단계 ReadTimeout은 연결된 실행 기록으로 확인했다. 화면의 레이아웃 깨짐을 실패 근거로 쓰지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day2/evidence/before-main-viewport.jpg; day2/evidence/ui-capture-context.json; day2/evidence/ui-capture-context.json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생성량과 시간을 제한하고 두 번 검증에 실패하면 수집 사실을 안내합니다. 팔 초 제한 시험에서도 부분 근거를 남겼습니다.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Ollama 생성 num_predict=512, 호출 25초, 전체 요청 60초를 기본으로 둔다. write·validate는 최대 두 번으로 제한한다.</a:t>
            </a:r>
          </a:p>
          <a:p xmlns:a="http://schemas.openxmlformats.org/drawingml/2006/main">
            <a:r>
              <a:t>2. 원본은 세 번째 검증 실패를 강제 합격 처리했지만 개선은 fallback으로 분리한다. server.py의 전체 시간 제한 처리도 수집된 collected를 보존해 안내한다.</a:t>
            </a:r>
          </a:p>
          <a:p xmlns:a="http://schemas.openxmlformats.org/drawingml/2006/main">
            <a:r>
              <a:t>3. 같은 payments·cache 질문의 지연 시험은 보고 의존성 30초 지연·전체 상한 8초로 설정했다. 실제 8.004초에 안내했고 이 값은 일반 성능 20건에 합산하지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day2/evidence/story-timeout-first.jpg; day2/results/story-timeout/timeout.json; server.py;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이미 수집한 두 서비스의 지표도 남깁니다. 다음은 추가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제한·실패 안내도 화면에 응답을 반환하지만 검증된 LLM 보고 성공은 아니다. 두 서비스의 관측 보존을 확인하는 연속 화면이다.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day2/evidence/story-timeout-second.jpg; day2/results/story-timeout/timeout.json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첫 추가 기능은 RAG입니다. 서비스별 알림과 매뉴얼을 bge-m3로 벡터화해 검색하고, 선택한 문서는 MCP로 원문을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6개 runbook 본문과 한·영 증상 메타데이터를 bge-m3로 임베딩하고 SQLite에 캐시한다. 문서 변경 시 digest를 확인해 인덱스를 갱신한다.</a:t>
            </a:r>
          </a:p>
          <a:p xmlns:a="http://schemas.openxmlformats.org/drawingml/2006/main">
            <a:r>
              <a:t>2. 서비스별 활성 알림을 임베딩하고 정규화한 벡터의 코사인 유사도로 검색한다. 임계값 0.35, 후보 상위 2개 중 첫 문서를 실제 원문과 연결한다.</a:t>
            </a:r>
          </a:p>
          <a:p xmlns:a="http://schemas.openxmlformats.org/drawingml/2006/main">
            <a:r>
              <a:t>3. 검색기는 기존 SupervisorDeps에 추가한 searcher로 주입한다. 실행 시 MCP 검색 Tool을 사용하고 고정 데이터 평가에서는 검색 어댑터를 사용한다.</a:t>
            </a:r>
          </a:p>
          <a:p xmlns:a="http://schemas.openxmlformats.org/drawingml/2006/main">
            <a:r>
              <a:t>4. 유사도 0.673은 정답 확률이 아니다. 문서 6개 전수 비교이며 대규모 ANN 검색이나 운영 부하 검증은 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agent/retrieval.py; agent/research.py; mcp_server.py; day2/results/contextual-captures/cc4c77a5-5311-4797-9942-36ec51f66841-17dcde1e.json; agent/deps.py;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두 번째는 근거 화면입니다. 실제 조회한 서비스와 수치, 참고 매뉴얼을 표로 보여주고 확인하지 못한 항목도 함께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evidence_payload는 실제 collected에서 서비스·관측·runbook·미등록·미확인·오류를 구성한다. server.py가 FinalAnswer.evidence에 담고 web_chat.html이 그 객체로 표를 그린다.</a:t>
            </a:r>
          </a:p>
          <a:p xmlns:a="http://schemas.openxmlformats.org/drawingml/2006/main">
            <a:r>
              <a:t>2. 모델이 출력한 출처 문자열을 그대로 화면 근거로 쓰지 않는다. 정상 web은 문서 없음, auth는 지연 매뉴얼·유사도가 표시된다.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agent/evidence.py; server.py; 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세 번째는 자동 비교입니다. 같은 질문과 고정 지표로 전후 실행하고 호출·문서·시간을 집계합니다. 단위 테스트 서른한 개도 통과했습니다.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평가 정의 cases.json의 expected_targets·expected_runbooks와 실제 calls·elapsed_seconds를 대조한다. 대상 수집은 서비스 수, 범위 일치는 대상 집합이 같은 질문 수, 문서 Top-1은 정답 문서가 하나인 질문만 계산한다.</a:t>
            </a:r>
          </a:p>
          <a:p xmlns:a="http://schemas.openxmlformats.org/drawingml/2006/main">
            <a:r>
              <a:t>2. 고정 데이터 그래프 평가 20건과 실제 MCP·SSE·UI 검증은 구분한다. 이 보고서는 보존된 전후 결과 JSON을 집계한 것이며 새 20건 벤치마크를 실행한 것은 아니다.</a:t>
            </a:r>
          </a:p>
          <a:p xmlns:a="http://schemas.openxmlformats.org/drawingml/2006/main">
            <a:r>
              <a:t>3. 단위 테스트 31개는 대상 추출·검증·부분 실패·시간 제한·이름 역할 등의 분기다. 20건 실제 모델 평가와 다른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필요한 서비스 수집은 열일곱에서 스무 개로, 조회 범위 일치는 열다섯에서 스무 문항으로 늘었습니다. 매뉴얼 선택도 개선됐습니다. 같은 열여섯 문항의 시간 중앙값은 삼십오 점 구사 초에서 사 점 사오 초입니다. 생성 설정도 함께 바꾼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대상 수집 17/20→20/20은 서비스 수다. D05 payments, D06 cache, D07 auth 누락을 보완했다. 조회 범위 일치는 15/20→20/20이며 auth 대체 조회 2건도 포함한다.</a:t>
            </a:r>
          </a:p>
          <a:p xmlns:a="http://schemas.openxmlformats.org/drawingml/2006/main">
            <a:r>
              <a:t>2. 단일 정답 문서 11/12→12/12는 D07의 db-down을 high-latency로 바꾼 결과다. 같은 모델·고정 지표·질문을 사용했다.</a:t>
            </a:r>
          </a:p>
          <a:p xmlns:a="http://schemas.openxmlformats.org/drawingml/2006/main">
            <a:r>
              <a:t>3. 양쪽 완료한 동일 16건 중앙값은 35.936→4.454초다. 네트워크 전송·UI 표시·워밍업·인덱스 구축은 제외한다. 생성 설정·분기·출력 형식도 바뀌어 RAG만의 효과가 아니다.</a:t>
            </a:r>
          </a:p>
          <a:p xmlns:a="http://schemas.openxmlformats.org/drawingml/2006/main">
            <a:r>
              <a:t>4. 개선 20건은 검증13·관측/확인안내4·대화2·검증실패안내1이다. 응답 완료가 전체 답변의 정확도100%라는 뜻은 아니다. 이후 화면·안내 문구 수정 뒤 전체 시간은 재측정하지 않았다.</a:t>
            </a:r>
          </a:p>
          <a:p xmlns:a="http://schemas.openxmlformats.org/drawingml/2006/main">
            <a:r>
              <a:t>5. 그래프는 보존된 전후40개 실행 기록에서 직접 재집계했다. 세 수집·선택 지표는 개수, 시간은 초 단위이며 각 분모를 제목과 데이터 레이블에 표시한다. 원점을0으로 둔 막대이며 결과 보고서 캡처는 바로 다음 장에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day2/evidence/evaluation-criteria.jpg; day2/scripts/build_evaluation_evidence.py; day1/evaluation/cases.json; day1/scripts/run_baseline.py; day2/results/comparison/summary.json; day1/results/baseline-ollama/results.json; day2/results/improved-ollama/results.json; day2/results/comparison/presentation-metrics.json; day2/scripts/build_presentation_metrics.py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실행 기록을 집계한 보고서입니다. 지표별 판정 기준과 응답 안내 포함 여부도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대상 수집 17/20→20/20은 서비스 수다. D05 payments, D06 cache, D07 auth 누락을 보완했다. 조회 범위 일치는 15/20→20/20이며 auth 대체 조회 2건도 포함한다.</a:t>
            </a:r>
          </a:p>
          <a:p xmlns:a="http://schemas.openxmlformats.org/drawingml/2006/main">
            <a:r>
              <a:t>2. 단일 정답 문서 11/12→12/12는 D07의 db-down을 high-latency로 바꾼 결과다. 같은 모델·고정 지표·질문을 사용했다.</a:t>
            </a:r>
          </a:p>
          <a:p xmlns:a="http://schemas.openxmlformats.org/drawingml/2006/main">
            <a:r>
              <a:t>3. 양쪽 완료한 동일 16건 중앙값은 35.936→4.454초다. 네트워크 전송·UI 표시·워밍업·인덱스 구축은 제외한다. 생성 설정·분기·출력 형식도 바뀌어 RAG만의 효과가 아니다.</a:t>
            </a:r>
          </a:p>
          <a:p xmlns:a="http://schemas.openxmlformats.org/drawingml/2006/main">
            <a:r>
              <a:t>4. 개선 20건은 검증13·관측/확인안내4·대화2·검증실패안내1이다. 응답 완료가 전체 답변의 정확도100%라는 뜻은 아니다. 이후 화면·안내 문구 수정 뒤 전체 시간은 재측정하지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day2/evidence/evaluation-criteria.jpg; day2/scripts/build_evaluation_evidence.py; day1/evaluation/cases.json; day1/scripts/run_baseline.py; day2/results/comparison/summary.json; day1/results/baseline-ollama/results.json; day2/results/improved-ollama/results.json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문서 여섯 개와 모의 지표라 운영 성능으로 일반화할 수 없습니다. 검색은 지연·오검색을 더하고 원문 출력은 설명을 제한합니다.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문서 6개·모의 지표·관측한 시험 세트이므로 독립 질문과 실제 운영 자료가 필요하다.</a:t>
            </a:r>
          </a:p>
          <a:p xmlns:a="http://schemas.openxmlformats.org/drawingml/2006/main">
            <a:r>
              <a:t>2. 검색·임베딩의 처리 부담과 오검색, 원문 출력의 표현 제약, 시간·생성량 상한 때문에 안내로 끝나는 요청이 트레이드오프다.</a:t>
            </a:r>
          </a:p>
          <a:p xmlns:a="http://schemas.openxmlformats.org/drawingml/2006/main">
            <a:r>
              <a:t>3. 실제 로그·시계열·서비스 의존 관계 수집, 복합 장애 검색과 독립 평가가 다음 과제다. 자동 복구를 구현했다고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885e4684e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4d5d8f1ec48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0037afbf741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766aa048647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e415e4bbb4a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0b0db8aa647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4AB47-EDE8-4CA4-9FF6-288FEDA26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B5674E-98EF-43AA-9CEC-F76272C6DE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6315B7-F14F-492D-AC65-BBB371CBD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66A8AC-CE39-493B-8C8C-145273B3E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502F2A-EC37-490B-BB34-31E9180B5A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786722-627B-430C-8CFD-4E0F4EE27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5F724C-E1C9-4059-9D72-C225A61239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5B79CF-8D67-42A7-BB23-489AE2C9B5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686C6-0B77-4C1C-A7F0-AD62F306E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754DE1-6674-4CE9-BD35-CE655D1286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1de9c40774a37" /><Relationship Type="http://schemas.openxmlformats.org/officeDocument/2006/relationships/slideLayout" Target="/ppt/slideLayouts/slideLayout1.xml" Id="Rea2a15a969a34f91" /><Relationship Type="http://schemas.openxmlformats.org/officeDocument/2006/relationships/slideLayout" Target="/ppt/slideLayouts/slideLayout2.xml" Id="Rb5d6d3a2b091412e" /><Relationship Type="http://schemas.openxmlformats.org/officeDocument/2006/relationships/slideLayout" Target="/ppt/slideLayouts/slideLayout3.xml" Id="Rd140db8352424bba" /><Relationship Type="http://schemas.openxmlformats.org/officeDocument/2006/relationships/slideLayout" Target="/ppt/slideLayouts/slideLayout4.xml" Id="Rb3200968107b479f" /><Relationship Type="http://schemas.openxmlformats.org/officeDocument/2006/relationships/slideLayout" Target="/ppt/slideLayouts/slideLayout5.xml" Id="Rba34ebd6b066475a" /><Relationship Type="http://schemas.openxmlformats.org/officeDocument/2006/relationships/slideLayout" Target="/ppt/slideLayouts/slideLayout6.xml" Id="R2fcaa228c0ea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a15a969a34f91"/>
    <p:sldLayoutId xmlns:r="http://schemas.openxmlformats.org/officeDocument/2006/relationships" id="2147483650" r:id="Rb5d6d3a2b091412e"/>
    <p:sldLayoutId xmlns:r="http://schemas.openxmlformats.org/officeDocument/2006/relationships" id="2147483651" r:id="Rd140db8352424bba"/>
    <p:sldLayoutId xmlns:r="http://schemas.openxmlformats.org/officeDocument/2006/relationships" id="2147483652" r:id="Rb3200968107b479f"/>
    <p:sldLayoutId xmlns:r="http://schemas.openxmlformats.org/officeDocument/2006/relationships" id="2147483653" r:id="Rba34ebd6b066475a"/>
    <p:sldLayoutId xmlns:r="http://schemas.openxmlformats.org/officeDocument/2006/relationships" id="2147483654" r:id="R2fcaa228c0ea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d46cbd42e4acc" /><Relationship Type="http://schemas.openxmlformats.org/officeDocument/2006/relationships/notesSlide" Target="/ppt/notesSlides/notesSlide1.xml" Id="R4e12a0977f314d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e9698210b4494" /><Relationship Type="http://schemas.openxmlformats.org/officeDocument/2006/relationships/notesSlide" Target="/ppt/notesSlides/notesSlide2.xml" Id="Rc0d0809e3cf8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4263996204254" /><Relationship Type="http://schemas.openxmlformats.org/officeDocument/2006/relationships/notesSlide" Target="/ppt/notesSlides/notesSlide3.xml" Id="Raa5b0fefb3ef4c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c055e6f5a4c46" /><Relationship Type="http://schemas.openxmlformats.org/officeDocument/2006/relationships/notesSlide" Target="/ppt/notesSlides/notesSlide4.xml" Id="R0015f8f6d16c48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4794641e24adb" /><Relationship Type="http://schemas.openxmlformats.org/officeDocument/2006/relationships/image" Target="/ppt/media/image.png" Id="Rbfb296e06a1b4650" /><Relationship Type="http://schemas.openxmlformats.org/officeDocument/2006/relationships/notesSlide" Target="/ppt/notesSlides/notesSlide5.xml" Id="R4560f7745a67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d598a07cc44bc" /><Relationship Type="http://schemas.openxmlformats.org/officeDocument/2006/relationships/image" Target="/ppt/media/image.jpeg" Id="R6861167033c24560" /><Relationship Type="http://schemas.openxmlformats.org/officeDocument/2006/relationships/notesSlide" Target="/ppt/notesSlides/notesSlide6.xml" Id="R10b98c09441a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986ac71964c49" /><Relationship Type="http://schemas.openxmlformats.org/officeDocument/2006/relationships/image" Target="/ppt/media/image2.jpeg" Id="R03276e8dd9314ff1" /><Relationship Type="http://schemas.openxmlformats.org/officeDocument/2006/relationships/notesSlide" Target="/ppt/notesSlides/notesSlide7.xml" Id="Rc821b5283b63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03d2b00cd477a" /><Relationship Type="http://schemas.openxmlformats.org/officeDocument/2006/relationships/image" Target="/ppt/media/image2.png" Id="Rc1f40187983f4c0f" /><Relationship Type="http://schemas.openxmlformats.org/officeDocument/2006/relationships/notesSlide" Target="/ppt/notesSlides/notesSlide8.xml" Id="R571536d044194d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c4b5baa4948f4" /><Relationship Type="http://schemas.openxmlformats.org/officeDocument/2006/relationships/image" Target="/ppt/media/image3.jpeg" Id="R1aa0029385c54369" /><Relationship Type="http://schemas.openxmlformats.org/officeDocument/2006/relationships/notesSlide" Target="/ppt/notesSlides/notesSlide9.xml" Id="R286467b543a44f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31f154d44425b" /><Relationship Type="http://schemas.openxmlformats.org/officeDocument/2006/relationships/image" Target="/ppt/media/image4.jpeg" Id="R7aff8bbc6d3c46b1" /><Relationship Type="http://schemas.openxmlformats.org/officeDocument/2006/relationships/notesSlide" Target="/ppt/notesSlides/notesSlide10.xml" Id="Rf8cd72d4681e47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040d959ac4d10" /><Relationship Type="http://schemas.openxmlformats.org/officeDocument/2006/relationships/image" Target="/ppt/media/image3.png" Id="R13fcad3732f24d7f" /><Relationship Type="http://schemas.openxmlformats.org/officeDocument/2006/relationships/notesSlide" Target="/ppt/notesSlides/notesSlide11.xml" Id="R8d5fdf3843824e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e971d26904896" /><Relationship Type="http://schemas.openxmlformats.org/officeDocument/2006/relationships/image" Target="/ppt/media/image5.jpeg" Id="R4713602b87e44197" /><Relationship Type="http://schemas.openxmlformats.org/officeDocument/2006/relationships/notesSlide" Target="/ppt/notesSlides/notesSlide12.xml" Id="R34fdf094459f48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6c9b04c804b20" /><Relationship Type="http://schemas.openxmlformats.org/officeDocument/2006/relationships/image" Target="/ppt/media/image4.png" Id="R3315e427af4c4e0c" /><Relationship Type="http://schemas.openxmlformats.org/officeDocument/2006/relationships/notesSlide" Target="/ppt/notesSlides/notesSlide13.xml" Id="Rcd3df194988344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7a7569c984d5b" /><Relationship Type="http://schemas.openxmlformats.org/officeDocument/2006/relationships/image" Target="/ppt/media/image6.jpeg" Id="Rc890217e4ee04f46" /><Relationship Type="http://schemas.openxmlformats.org/officeDocument/2006/relationships/notesSlide" Target="/ppt/notesSlides/notesSlide14.xml" Id="Rdb1c91d8689b4a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46bf2bf2b4197" /><Relationship Type="http://schemas.openxmlformats.org/officeDocument/2006/relationships/image" Target="/ppt/media/image5.png" Id="Rc825fc3e400944e1" /><Relationship Type="http://schemas.openxmlformats.org/officeDocument/2006/relationships/notesSlide" Target="/ppt/notesSlides/notesSlide15.xml" Id="Rcaa685ec00ba4a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856dcb1a04cbf" /><Relationship Type="http://schemas.openxmlformats.org/officeDocument/2006/relationships/image" Target="/ppt/media/image7.jpeg" Id="R4378c6e9a3154fd0" /><Relationship Type="http://schemas.openxmlformats.org/officeDocument/2006/relationships/notesSlide" Target="/ppt/notesSlides/notesSlide16.xml" Id="R650561e7890144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9ccfed5b24383" /><Relationship Type="http://schemas.openxmlformats.org/officeDocument/2006/relationships/image" Target="/ppt/media/image6.png" Id="Refd045e938874a95" /><Relationship Type="http://schemas.openxmlformats.org/officeDocument/2006/relationships/notesSlide" Target="/ppt/notesSlides/notesSlide17.xml" Id="Re658bd6d0f114c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04dafe7eb4d0c" /><Relationship Type="http://schemas.openxmlformats.org/officeDocument/2006/relationships/image" Target="/ppt/media/image8.jpeg" Id="R2e9186d2b2f64062" /><Relationship Type="http://schemas.openxmlformats.org/officeDocument/2006/relationships/notesSlide" Target="/ppt/notesSlides/notesSlide18.xml" Id="R61dce7ccbbed4f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b1c268ae54aa0" /><Relationship Type="http://schemas.openxmlformats.org/officeDocument/2006/relationships/image" Target="/ppt/media/image7.png" Id="R6fb4ebb0a56f4fe3" /><Relationship Type="http://schemas.openxmlformats.org/officeDocument/2006/relationships/notesSlide" Target="/ppt/notesSlides/notesSlide19.xml" Id="Re77d43c5c1ea4f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da1bb172a4b05" /><Relationship Type="http://schemas.openxmlformats.org/officeDocument/2006/relationships/image" Target="/ppt/media/image9.jpeg" Id="R8ef52e9207424f5d" /><Relationship Type="http://schemas.openxmlformats.org/officeDocument/2006/relationships/notesSlide" Target="/ppt/notesSlides/notesSlide20.xml" Id="Rca276994e5b849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14580177441b8" /><Relationship Type="http://schemas.openxmlformats.org/officeDocument/2006/relationships/image" Target="/ppt/media/image10.jpeg" Id="R529e3758f4984f72" /><Relationship Type="http://schemas.openxmlformats.org/officeDocument/2006/relationships/notesSlide" Target="/ppt/notesSlides/notesSlide21.xml" Id="Rf2f975de563e4d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44291cfd943cb" /><Relationship Type="http://schemas.openxmlformats.org/officeDocument/2006/relationships/image" Target="/ppt/media/image11.jpeg" Id="R5a470f88a7cd4349" /><Relationship Type="http://schemas.openxmlformats.org/officeDocument/2006/relationships/notesSlide" Target="/ppt/notesSlides/notesSlide22.xml" Id="Rd1ba431b03a8463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ed6f2ef924837" /><Relationship Type="http://schemas.openxmlformats.org/officeDocument/2006/relationships/image" Target="/ppt/media/image12.jpeg" Id="R3e3750e0231e4ae9" /><Relationship Type="http://schemas.openxmlformats.org/officeDocument/2006/relationships/notesSlide" Target="/ppt/notesSlides/notesSlide23.xml" Id="Re0a2a1d220824e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9ad1c3cef427e" /><Relationship Type="http://schemas.openxmlformats.org/officeDocument/2006/relationships/image" Target="/ppt/media/image13.jpeg" Id="Rd75984c034fb4e76" /><Relationship Type="http://schemas.openxmlformats.org/officeDocument/2006/relationships/notesSlide" Target="/ppt/notesSlides/notesSlide24.xml" Id="Rfb6fefa9d5c74b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3c8bab594452a" /><Relationship Type="http://schemas.openxmlformats.org/officeDocument/2006/relationships/image" Target="/ppt/media/image14.jpeg" Id="R55c328df85a0441e" /><Relationship Type="http://schemas.openxmlformats.org/officeDocument/2006/relationships/notesSlide" Target="/ppt/notesSlides/notesSlide25.xml" Id="Rd6f994a16d0748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9e7ff1a8b4e4f" /><Relationship Type="http://schemas.openxmlformats.org/officeDocument/2006/relationships/image" Target="/ppt/media/image15.jpeg" Id="R2ffeeb3a185c45a8" /><Relationship Type="http://schemas.openxmlformats.org/officeDocument/2006/relationships/notesSlide" Target="/ppt/notesSlides/notesSlide26.xml" Id="R0294a840c9fb42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2414a8d52420d" /><Relationship Type="http://schemas.openxmlformats.org/officeDocument/2006/relationships/chart" Target="/ppt/slides/charts/chart1.xml" Id="R59d3d302c4eb4967" /><Relationship Type="http://schemas.openxmlformats.org/officeDocument/2006/relationships/chart" Target="/ppt/slides/charts/chart2.xml" Id="R256472e8cf1d404c" /><Relationship Type="http://schemas.openxmlformats.org/officeDocument/2006/relationships/chart" Target="/ppt/slides/charts/chart3.xml" Id="R9a94cd52f9e34bae" /><Relationship Type="http://schemas.openxmlformats.org/officeDocument/2006/relationships/chart" Target="/ppt/slides/charts/chart4.xml" Id="R76a764be3f16479a" /><Relationship Type="http://schemas.openxmlformats.org/officeDocument/2006/relationships/notesSlide" Target="/ppt/notesSlides/notesSlide27.xml" Id="R2567f6c427964b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9a4d8fdcd4fc2" /><Relationship Type="http://schemas.openxmlformats.org/officeDocument/2006/relationships/image" Target="/ppt/media/image16.jpeg" Id="Ra9bb618b48654a74" /><Relationship Type="http://schemas.openxmlformats.org/officeDocument/2006/relationships/notesSlide" Target="/ppt/notesSlides/notesSlide28.xml" Id="R14466135b8b64a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eb8f63481426e" /><Relationship Type="http://schemas.openxmlformats.org/officeDocument/2006/relationships/notesSlide" Target="/ppt/notesSlides/notesSlide29.xml" Id="Rf33841b796c146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필요한 서비스 수집 · 총 20개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필요한 서비스 수집 · 총 20개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20/20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17/20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조회 범위 일치 · 총 20문항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조회 범위 일치 · 총 20문항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20/20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15/20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매뉴얼 선택 · 정답 1개인 12문항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매뉴얼 선택 · 정답 1개인 12문항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12/12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11/12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</c:v>
                </c:pt>
                <c:pt idx="1">
                  <c:v>11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처리 시간 중앙값 · 같은 16문항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처리 시간 중앙값 · 같은 16문항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4.45초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35.94초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4.45</c:v>
                </c:pt>
                <c:pt idx="1">
                  <c:v>35.94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47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A5826-3821-4F70-A02E-CA28FE7B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4577E-D7F4-4AD6-A772-4D7CE81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장애 진단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A8523-EBB5-4B37-8F4C-71C61E3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모니터링 지표와 대응 매뉴얼 기반 장애 진단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5F58-F05E-4EF0-B9CC-DB70D2C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실습 1  Base AI Project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D2E3D-57EF-4190-A73F-2B317421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76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3E2C7-1AFD-43AA-AF2D-D698CA6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93268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6F7A5-3F24-49BC-9E53-0A6080C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기존 프로젝트는 어떤 서비스인가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B81D1-A509-454D-BBFF-603D5201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장애 진단 AI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0D75-4F52-4FD1-B428-205A4C31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이름과 장애 증상을 입력하면 모니터링 지표와 대응 매뉴얼을 조회하고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현재 상태와 대응 절차를 진단 보고서로 작성하는 웹 서비스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3CFF5-BBA2-496B-8587-9A29E1BAA3E6}"/>
              </a:ext>
            </a:extLst>
          </p:cNvPr>
          <p:cNvGraphicFramePr/>
          <p:nvPr/>
        </p:nvGraphicFramePr>
        <p:xfrm>
          <a:off xmlns:a="http://schemas.openxmlformats.org/drawingml/2006/main" x="457200" y="2714625"/>
          <a:ext xmlns:a="http://schemas.openxmlformats.org/drawingml/2006/main" cx="112776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562975"/>
              </a:tblGrid>
              <a:tr h="6072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역할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LLM·LangGraph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대화 / 장애 요청 구분, 조사 계획·보고·검증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모니터링 지표와 대응 매뉴얼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채팅·SQLite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과정과 최종 응답 표시, 대화 이력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1B01-5B93-4829-8C01-033B000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활용해 조사 대상·매뉴얼 선택·답변 검증을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C62D0-2CE1-401C-9481-38F0AF5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894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82C93-8512-4F2B-B055-4540E7DA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5개와 추가 기능 3개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74981-9462-4209-B57E-4719565D324A}"/>
              </a:ext>
            </a:extLst>
          </p:cNvPr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11277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420100"/>
              </a:tblGrid>
              <a:tr h="5810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변경한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요청한 서비스 전체를 각각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미등록·대상 없음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다른 서비스로 바꾸지 않고 확인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상태를 구분하고 서비스별 알림으로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수치·서비스·절차를 근거와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실패 처리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제한과 수집 사실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CDFD-C25D-4080-A9B0-7B800AAB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추가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531E9-7361-4D19-97BF-B8BF7B7F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RAG 매뉴얼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57C49-42E5-4AD7-8B96-1A35360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근거·미확인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1287-06B3-4619-9577-DAB8CBE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회귀·전후 비교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941AE-51FA-43FC-8D13-637FF2D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4457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79478-15E4-4AE9-A1E7-9741E8E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 기술과 적용 방법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A3DA1-F63C-427E-8963-646055A4522F}"/>
              </a:ext>
            </a:extLst>
          </p:cNvPr>
          <p:cNvGraphicFramePr/>
          <p:nvPr/>
        </p:nvGraphicFramePr>
        <p:xfrm>
          <a:off xmlns:a="http://schemas.openxmlformats.org/drawingml/2006/main" x="457200" y="1114425"/>
          <a:ext xmlns:a="http://schemas.openxmlformats.org/drawingml/2006/main" cx="11277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  <a:gridCol w="40386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 방법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개선에 기여한 부분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검색 Tool 추가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지표·원문 조회와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결과를 실제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원문에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bge-m3 임베딩·SQLite 저장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코사인 유사도로 문서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키워드 대신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서비스별 증상으로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LangGraph·모듈화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대상·수집·검색·보고·검증 분리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상태별 분기와 최대 2회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누락과 불필요한 검색,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실패의 강제 통과 방지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의존성 주입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노드에 검색기를 주입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 검색·고정 평가 검색 교체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구현 교체와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조건의 평가 지원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 테스트·평가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분기 단위 테스트 31개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질문·지표 20건 전후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대상·수치·실패 분기 검증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조회·문서·처리 시간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8F94A-01F7-492C-95D8-D231FD4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활용하고 검색·분기·검증·평가를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9306C-7368-47FE-9683-9ABCBF98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9461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548FC-3D99-45FD-A580-592A1C0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cache를 조회하지 않고 원인을 추정했다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72B7-5621-4A35-A198-69D868FC3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296e06a1b4650"/>
          <a:stretch xmlns:a="http://schemas.openxmlformats.org/drawingml/2006/main"/>
        </p:blipFill>
        <p:spPr>
          <a:xfrm xmlns:a="http://schemas.openxmlformats.org/drawingml/2006/main">
            <a:off x="898632" y="914400"/>
            <a:ext cx="603228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4C596-EB41-4E35-B08E-1825BDF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553E-6E40-409C-BDE2-FFD69556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cache 지표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공유 의존 관계도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98E03-611D-467D-BAB6-6EBDB291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C07EE-A652-49B6-AABB-552655C7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021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A5D17-CF30-4146-99C9-83C57BD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서비스를 각각 조사했다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37604-3F9B-4F12-A92C-3ABFE0EE4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167033c24560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ABA8-329F-4ED2-8357-0DB0DB7F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질문에서 등록 서비스 전체를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F088-87AC-476C-9136-530029D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LLM 계획에 맡기지 않고 대상별 조회 작업을 재구성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ED325-931B-4696-9116-C62FCE9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확정한 대상 목록으로 각 서비스의 모니터링 조회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16FEB-C32B-41D5-A51B-BB57A1A4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8948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99556-FA6D-42AC-8AD9-6C6C41B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공통 원인은 미확인으로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B7451-8798-42B5-A773-5D661D7F6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76e8dd9314ff1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63A2B-347F-4939-A791-90107F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서비스별 근거는 제시하고, 공통 원인 확정은 보류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FD3ED-55D4-42D1-83B8-FCD9B180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2312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44B0F-EFB2-4F26-9A9C-780BEAB7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gateway만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ADE3D-C105-4389-B19D-FF008651A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40187983f4c0f"/>
          <a:stretch xmlns:a="http://schemas.openxmlformats.org/drawingml/2006/main"/>
        </p:blipFill>
        <p:spPr>
          <a:xfrm xmlns:a="http://schemas.openxmlformats.org/drawingml/2006/main">
            <a:off x="569422" y="914400"/>
            <a:ext cx="669070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80E68-7306-4AE0-BCD7-17DF1CA1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 상태는 미수집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A6C3E-EADC-405A-BCC6-F2CC221E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상대 서비스의 근거가 빠짐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9D41-C390-487A-A35C-7EE90B1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12C5A-53E9-4180-82FA-F9702359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681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43E29-F1BB-4706-B93C-0E45B60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요청을 주고받는 두 서비스를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0CB51-8632-4099-B28C-7F84D3911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0029385c54369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F4EA9-6C98-4D80-9BD4-169921DD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두 서비스의 조사 작업을 각각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3D9B0-00E6-4DC0-A292-9B5AAF36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25372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7D649-519D-4501-9D4E-F99BD173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서비스의 결과와 근거를 제시했다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A283-9CCA-40DE-B9FF-88DC4A037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8bbc6d3c46b1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AD99E-260B-4434-946D-BEF655C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두 서비스의 조회 결과과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38694-30D6-4426-A9B0-5B7A2021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32430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9EC9B-1A8C-4D1F-A6F2-5F57EA1A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billing을 묻자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E3BFE-DDE9-4BA1-BEC6-31A77991F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cad3732f24d7f"/>
          <a:stretch xmlns:a="http://schemas.openxmlformats.org/drawingml/2006/main"/>
        </p:blipFill>
        <p:spPr>
          <a:xfrm xmlns:a="http://schemas.openxmlformats.org/drawingml/2006/main">
            <a:off x="457200" y="1029811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582B3-F423-4DAB-AC52-647B258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03925-43D3-4671-81C0-80AFDB20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정책: 미등록 이름은 auth 기본 처리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문제: 사용자가 요청한 대상과 불일치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3A144-AF6A-4E93-A92D-6CF96B5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15073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1E406-EB64-4750-BF8A-F629D42B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미등록이면 등록 이름을 다시 묻는다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5EDC4-6CBC-4382-BB02-FBDBCABF6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3602b87e44197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78A6B-BA6B-4195-B50A-CD92469A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입력한 서비스와 등록 목록을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7C458-6B6C-4A4E-86A0-1B60CA2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미등록이면 모니터링과 보고 생성을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EB781-74A1-45C4-8491-CD39F324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다른 서비스로 바꾸지 않고 등록 이름을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BA527-EBA8-46BC-9832-C2DB112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13112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A3AA4-ACC4-4F96-BFF7-7A0F1D5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로그인만으로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1988F-DC9E-4916-B593-6D7F266D2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5e427af4c4e0c"/>
          <a:stretch xmlns:a="http://schemas.openxmlformats.org/drawingml/2006/main"/>
        </p:blipFill>
        <p:spPr>
          <a:xfrm xmlns:a="http://schemas.openxmlformats.org/drawingml/2006/main">
            <a:off x="457200" y="994569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898C6-CE74-4EAD-920B-96C5D5F5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DB0BA-A82D-4CC5-96EA-C58F6DDE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auth 기본 정책을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대상 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7B65C-00FA-40DF-8D7D-8168EAB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5121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641DF-AFFB-450E-B300-C7DB1AE2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서비스 이름을 먼저 확인한다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F3925-4AC9-4AB2-B935-406CC8ADB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0217e4ee04f46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A3779-447E-42AB-816F-DB2F2AED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서비스 이름이 없는 장애 요청을 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652A2-4E86-4BCE-B441-6A426B0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auth 기본값 적용을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C160F-40B9-42E1-BB05-9DB05E4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실제 조회 대신 대상 확인 안내를 반환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A7B86-FEF5-4AF3-BE4D-8BF1DE0E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86557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4167-8085-4BE0-B7FB-1E0B571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전 · 정상 web에 DB 장애 절차를 연결했다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9FFEE-7D4A-4685-96C7-FF332FB94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5fc3e400944e1"/>
          <a:stretch xmlns:a="http://schemas.openxmlformats.org/drawingml/2006/main"/>
        </p:blipFill>
        <p:spPr>
          <a:xfrm xmlns:a="http://schemas.openxmlformats.org/drawingml/2006/main">
            <a:off x="304800" y="9784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5A085-F740-4A28-8DB4-F074C94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web-01: healthy·알림 0건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선택 문서: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7CA6-739A-40B4-91D3-EE39CE6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정상인데 장애 문서 선택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auth 조사도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0EB71-9E4F-4F29-B7CA-BB5A0959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E2586-908D-4FC8-A346-93C3DD5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99540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5F1A2-8FEF-4315-8BD6-363F2CFC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후 · 정상·장애를 서비스별로 구분했다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3417D-EFB7-4D19-A827-B4E660813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8c6e9a3154fd0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0B2B2-54CE-4785-9C1D-58FC6A88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상태·활성 알림으로 정상·장애·정보 부족을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D3192-A63E-4CB0-AA04-E45733C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정상·정보 부족은 장애 매뉴얼 검색을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0A7F3-56CF-4131-B294-D1A27C2A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해당 서비스에서 확인한 알림으로 매뉴얼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8386B-A6C7-4970-97F2-595A080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52241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047CD-6052-445E-9D3F-3E1E564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전 · 로그 미수집인데 분석 결과처럼 답했다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DD162-1799-4836-AE68-C7D6B89002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045e938874a95"/>
          <a:stretch xmlns:a="http://schemas.openxmlformats.org/drawingml/2006/main"/>
        </p:blipFill>
        <p:spPr>
          <a:xfrm xmlns:a="http://schemas.openxmlformats.org/drawingml/2006/main">
            <a:off x="473611" y="914400"/>
            <a:ext cx="6882329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0B15D-9B7B-42BB-A716-531EC6F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로그 조회 없이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A415D-8166-4230-9F49-0DE65CD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 자료: 지표·매뉴얼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C28F9-024A-4B1C-A52F-B4D57B7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5682C-E74A-4617-8827-0DC98619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98201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12FA7-E230-4FF7-BC5A-005F1C80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후 · 조회 결과과 매뉴얼 원문으로 보고했다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0D5F9-C45E-43C3-AA3F-C8A37784B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86d2b2f64062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1E10C-FFAC-491E-8895-F0A76866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JSON에 서비스·수치·문서·절차 번호만 출력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450CB-FE97-47C7-9A37-34C11DA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수집된 대상·수치·문서·절차 번호와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69992-97A6-4EF6-8210-9E4629AF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검증 후 매뉴얼 원문으로 출력해 조치 조건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FE2F8-1851-4E4F-8CA9-C8C6DEE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513587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0C582-DA2B-42BE-9ED8-FBD64232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전 · 사용자 이름을 자기소개에 섞었다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88D8C-DD98-4278-97CA-208143FF7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4ebb0a56f4fe3"/>
          <a:stretch xmlns:a="http://schemas.openxmlformats.org/drawingml/2006/main"/>
        </p:blipFill>
        <p:spPr>
          <a:xfrm xmlns:a="http://schemas.openxmlformats.org/drawingml/2006/main">
            <a:off x="932377" y="914400"/>
            <a:ext cx="596479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F6FC7-8845-4EC7-8B46-79C48DAA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사용자 이름 민수가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비서의 자기소개에 섞임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86752-3C49-4033-A9FD-156E852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사용자와 비서 이름 혼동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 역할의 선언만 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D7BBD-EAF6-46B9-8567-94810E3D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E1C8F-F19F-4ACC-9D6C-68065137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764220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D86DC-BB7F-4B7F-819F-84B75C9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후 · 사용자 이름을 올바르게 답한다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621BA-6AC1-4F56-A6EC-6D286799D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52e9207424f5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F6809-6AC6-448B-87C8-9847BF5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사용자 역할의 이름 선언만 추출, 이름 질문·비서 발화는 제외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6B829-698F-4776-9233-C50DC8F7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같은 대화 이력에서 사용자가 밝힌 이름을 조회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10966-1F4C-440B-A16A-BEE87C0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90792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3A4CA-32CC-4BD5-9EFC-BEA5923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전 · 시간 초과 뒤 안내가 없었다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C81C6-77E0-4FE7-BC55-552ADA0D1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e3758f4984f72"/>
          <a:stretch xmlns:a="http://schemas.openxmlformats.org/drawingml/2006/main"/>
        </p:blipFill>
        <p:spPr>
          <a:xfrm xmlns:a="http://schemas.openxmlformats.org/drawingml/2006/main">
            <a:off x="304800" y="1569839"/>
            <a:ext cx="7219950" cy="406122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28925-2F23-41F1-9F71-02F3D41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단계 시간 초과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최종 응답·실패 안내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344E8-A5C4-47C4-B1FE-2A246CB1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실패 원인을 알 수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수집한 지표도 확인 불가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132A9-3100-48C7-ABC9-35D97A0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조회 후 최종 응답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D753B-A254-48A0-A8F2-0BB30094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440887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22C17-47DB-4ED2-9D5B-A8AA2450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시간 제한을 알리고 근거를 보존했다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A4474-6440-4CE3-AC6D-FD50C757F1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70f88a7cd4349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891C0-D464-4218-A49C-BD78A99E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생성 512토큰·호출 25초·전체 60초 제한 (시연은 전체 8초)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74646-06B6-4C87-9004-9AF0EDA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최대 2회 검증, 실패한 초안을 강제 통과시키지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EDC2B-659D-4111-8A6F-66DB716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시간 초과·검증 실패는 이미 수집한 조회 결과으로 안내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BE84A-5899-4858-B51B-3ED5763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68276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2F3C9-6C84-41CE-B4EE-064D969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두 서비스의 조회 결과을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8EAC4-B1A9-45A6-829E-ED6C5D2D7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750e0231e4ae9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2337A-1777-473F-A6A9-354D2943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시간 초과 시 이미 수집한 서비스별 조회 결과과 미확인 사항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DC7B2-FA05-440E-ABC6-7353EEE6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083219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5B13B-D383-4122-8B43-D65F17A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1 · 증상에 맞는 매뉴얼을 검색한다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92C9E-C007-4A62-B676-E66E516026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984c034fb4e76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A8D2E-4279-41E8-89FB-6AA4379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43FC8-69AD-4829-A49C-F7061EE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2B272-907B-4F9D-BAF6-EDA4C46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56A1A-1D32-4E5A-A9B8-4F9EE2DB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4B162-E192-4539-A638-AD25460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log-service → disk-full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C738C-14D9-400B-95FB-2D2C4FAF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검색기를 의존성으로 분리해 교체·단위 테스트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ADA13-B88F-4D9D-BC1F-EEE7891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117947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AD96-79DA-40CE-BB98-2CA015F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2 · 답변에 사용한 근거를 화면에 표시한다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B7196-5F33-41D0-B480-AAC854848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328df85a0441e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9A44F-BA09-4972-98FF-06D7688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CB9AC-F5AE-4D9B-9C4D-AB9C01BF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조회한 근거를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답변과 함께 전송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55C48-3197-48D3-B870-5584E6B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서비스·수치·문서를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9E27E-CF4A-475B-84BA-E59A104A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미확인 항목과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C8FD6-6364-4881-87D5-D154411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6A6C6-0883-409C-AFE1-9A97F9E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219339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09EEA-F3F6-465A-AA3D-C6769288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3 · 같은 질문의 결과를 자동 비교한다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1EA00-2662-49B4-A7E9-3A750C17B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eeb3a185c45a8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C0B33-D78B-48D5-90DB-5664CE0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분기·검증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BD9A7-2154-4509-A7D1-554B95D2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867802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D6912-27F3-4746-B14F-AFF6F363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전후 측정 결과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21268DE-0424-4038-BEA4-9ECD65FA41AE}"/>
              </a:ext>
            </a:extLst>
          </p:cNvPr>
          <p:cNvGraphicFramePr/>
          <p:nvPr/>
        </p:nvGraphicFramePr>
        <p:xfrm>
          <a:off xmlns:a="http://schemas.openxmlformats.org/drawingml/2006/main" x="457200" y="102870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3d302c4eb4967"/>
          </a:graphicData>
        </a:graphic>
      </p:graphicFrame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3D1E556-F98C-41FC-887E-C88A282D14C1}"/>
              </a:ext>
            </a:extLst>
          </p:cNvPr>
          <p:cNvGraphicFramePr/>
          <p:nvPr/>
        </p:nvGraphicFramePr>
        <p:xfrm>
          <a:off xmlns:a="http://schemas.openxmlformats.org/drawingml/2006/main" x="6438900" y="102870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6472e8cf1d404c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25968D9-EA70-4EDC-95C6-A98239B6C35A}"/>
              </a:ext>
            </a:extLst>
          </p:cNvPr>
          <p:cNvGraphicFramePr/>
          <p:nvPr/>
        </p:nvGraphicFramePr>
        <p:xfrm>
          <a:off xmlns:a="http://schemas.openxmlformats.org/drawingml/2006/main" x="457200" y="340995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94cd52f9e34bae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0F8BB83-A5C1-47F2-B4F1-64E4B093F14C}"/>
              </a:ext>
            </a:extLst>
          </p:cNvPr>
          <p:cNvGraphicFramePr/>
          <p:nvPr/>
        </p:nvGraphicFramePr>
        <p:xfrm>
          <a:off xmlns:a="http://schemas.openxmlformats.org/drawingml/2006/main" x="6438900" y="340995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a764be3f16479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A45CB-1114-41C4-9E20-5DB6BC5D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같은 질문·고정 지표로 비교. 문서 선택은 정답이 하나인 질문만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58A7-6399-4213-8440-86D90DC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시간은 전후 모두 완료한 16문항 기준. 생성 설정·출력 방식도 함께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980C6-2168-4A99-BF76-4AC746A0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979382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C7BE4-31E5-4B08-A74D-957E1306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측정 기록과 판정 기준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EBCB0-1830-471F-8D74-5C52B60E3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b618b48654a74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2419-3426-49E0-AE85-2616417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687878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2BAE2-E3C9-44A7-A0B7-BD29A512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43CBA-944E-40B9-A836-97C0AECE5628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한계·대가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임베딩·문서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지연·오검색 가능성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운영 성능·일반화 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자유로운 종합 설명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상한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요청은 확인한 사실만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92BBD-C565-41C7-9CE4-D6AEB123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자료 수집과 독립 질문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FBB22-24AD-407F-A45B-B2C90B2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56717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2026-10-22T01:39:56.7990000Z</dcterms:created>
  <dcterms:modified xsi:type="dcterms:W3CDTF">2026-10-22T01:39:56.7990000Z</dcterms:modified>
</coreProperties>
</file>