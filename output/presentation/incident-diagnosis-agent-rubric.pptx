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d51fea3f364ef7" /><Relationship Type="http://schemas.openxmlformats.org/officeDocument/2006/relationships/extended-properties" Target="/docProps/app.xml" Id="Rfa9f986d8e1a4a67" /><Relationship Type="http://schemas.openxmlformats.org/officeDocument/2006/relationships/officeDocument" Target="/ppt/presentation.xml" Id="R5e41c5ab2ea848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fc9ade9e3414b"/>
  </p:sldMasterIdLst>
  <p:notesMasterIdLst>
    <p:notesMasterId xmlns:r="http://schemas.openxmlformats.org/officeDocument/2006/relationships" r:id="R02b06a2fdee54743"/>
  </p:notesMasterIdLst>
  <p:sldIdLst>
    <p:sldId xmlns:r="http://schemas.openxmlformats.org/officeDocument/2006/relationships" id="256" r:id="R7a4f36f54ee14df2"/>
    <p:sldId xmlns:r="http://schemas.openxmlformats.org/officeDocument/2006/relationships" id="257" r:id="R79c47b79c1f14d20"/>
    <p:sldId xmlns:r="http://schemas.openxmlformats.org/officeDocument/2006/relationships" id="258" r:id="R00fdd970a7e744bd"/>
    <p:sldId xmlns:r="http://schemas.openxmlformats.org/officeDocument/2006/relationships" id="259" r:id="R73412c813d0a4292"/>
    <p:sldId xmlns:r="http://schemas.openxmlformats.org/officeDocument/2006/relationships" id="260" r:id="Rcd23994f5b604120"/>
    <p:sldId xmlns:r="http://schemas.openxmlformats.org/officeDocument/2006/relationships" id="261" r:id="R6ab9cda0211f4517"/>
    <p:sldId xmlns:r="http://schemas.openxmlformats.org/officeDocument/2006/relationships" id="262" r:id="R174fdbb3f65f4b32"/>
    <p:sldId xmlns:r="http://schemas.openxmlformats.org/officeDocument/2006/relationships" id="263" r:id="R94bf4b9e0e4f446c"/>
    <p:sldId xmlns:r="http://schemas.openxmlformats.org/officeDocument/2006/relationships" id="264" r:id="R63d9641f55f94b18"/>
    <p:sldId xmlns:r="http://schemas.openxmlformats.org/officeDocument/2006/relationships" id="265" r:id="R5a52f6e8283f45ad"/>
    <p:sldId xmlns:r="http://schemas.openxmlformats.org/officeDocument/2006/relationships" id="266" r:id="Rc18175bde889488f"/>
    <p:sldId xmlns:r="http://schemas.openxmlformats.org/officeDocument/2006/relationships" id="267" r:id="Rfdee39a911634ea3"/>
    <p:sldId xmlns:r="http://schemas.openxmlformats.org/officeDocument/2006/relationships" id="268" r:id="R24bfa1b246134f6f"/>
    <p:sldId xmlns:r="http://schemas.openxmlformats.org/officeDocument/2006/relationships" id="269" r:id="Rb68f35bca7a74d4e"/>
    <p:sldId xmlns:r="http://schemas.openxmlformats.org/officeDocument/2006/relationships" id="270" r:id="R9fcd7ca88bd14e03"/>
    <p:sldId xmlns:r="http://schemas.openxmlformats.org/officeDocument/2006/relationships" id="271" r:id="R041edf96d1204b6f"/>
    <p:sldId xmlns:r="http://schemas.openxmlformats.org/officeDocument/2006/relationships" id="272" r:id="R23e1f614530d4a1b"/>
    <p:sldId xmlns:r="http://schemas.openxmlformats.org/officeDocument/2006/relationships" id="273" r:id="R96d3eafb7faf44cc"/>
    <p:sldId xmlns:r="http://schemas.openxmlformats.org/officeDocument/2006/relationships" id="274" r:id="Rd6e7f24835c84fc0"/>
    <p:sldId xmlns:r="http://schemas.openxmlformats.org/officeDocument/2006/relationships" id="275" r:id="Rf88f599897404f7a"/>
    <p:sldId xmlns:r="http://schemas.openxmlformats.org/officeDocument/2006/relationships" id="276" r:id="Re6a04097f5f2482e"/>
    <p:sldId xmlns:r="http://schemas.openxmlformats.org/officeDocument/2006/relationships" id="277" r:id="Rd405ab1c435845f3"/>
    <p:sldId xmlns:r="http://schemas.openxmlformats.org/officeDocument/2006/relationships" id="278" r:id="Rb675ae03f20147a5"/>
    <p:sldId xmlns:r="http://schemas.openxmlformats.org/officeDocument/2006/relationships" id="279" r:id="R5bcdfa1f25754e36"/>
    <p:sldId xmlns:r="http://schemas.openxmlformats.org/officeDocument/2006/relationships" id="280" r:id="R4b3f4444b0e94ff6"/>
    <p:sldId xmlns:r="http://schemas.openxmlformats.org/officeDocument/2006/relationships" id="281" r:id="R50bc9ab004cd4429"/>
    <p:sldId xmlns:r="http://schemas.openxmlformats.org/officeDocument/2006/relationships" id="282" r:id="R4de25685cfa44861"/>
    <p:sldId xmlns:r="http://schemas.openxmlformats.org/officeDocument/2006/relationships" id="283" r:id="R596604c182a148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0c8f0e7f89458c" /><Relationship Type="http://schemas.openxmlformats.org/officeDocument/2006/relationships/slideMaster" Target="/ppt/slideMasters/slideMaster1.xml" Id="R1f9fc9ade9e3414b" /><Relationship Type="http://schemas.openxmlformats.org/officeDocument/2006/relationships/notesMaster" Target="/ppt/notesMasters/notesMaster1.xml" Id="R02b06a2fdee54743" /><Relationship Type="http://schemas.openxmlformats.org/officeDocument/2006/relationships/presProps" Target="/ppt/presProps.xml" Id="Re7d8e022d4db4125" /><Relationship Type="http://schemas.openxmlformats.org/officeDocument/2006/relationships/tableStyles" Target="/ppt/tableStyles.xml" Id="R48744302410449db" /><Relationship Type="http://schemas.openxmlformats.org/officeDocument/2006/relationships/slide" Target="/ppt/slides/slide1.xml" Id="R7a4f36f54ee14df2" /><Relationship Type="http://schemas.openxmlformats.org/officeDocument/2006/relationships/slide" Target="/ppt/slides/slide2.xml" Id="R79c47b79c1f14d20" /><Relationship Type="http://schemas.openxmlformats.org/officeDocument/2006/relationships/slide" Target="/ppt/slides/slide3.xml" Id="R00fdd970a7e744bd" /><Relationship Type="http://schemas.openxmlformats.org/officeDocument/2006/relationships/slide" Target="/ppt/slides/slide4.xml" Id="R73412c813d0a4292" /><Relationship Type="http://schemas.openxmlformats.org/officeDocument/2006/relationships/slide" Target="/ppt/slides/slide5.xml" Id="Rcd23994f5b604120" /><Relationship Type="http://schemas.openxmlformats.org/officeDocument/2006/relationships/slide" Target="/ppt/slides/slide6.xml" Id="R6ab9cda0211f4517" /><Relationship Type="http://schemas.openxmlformats.org/officeDocument/2006/relationships/slide" Target="/ppt/slides/slide7.xml" Id="R174fdbb3f65f4b32" /><Relationship Type="http://schemas.openxmlformats.org/officeDocument/2006/relationships/slide" Target="/ppt/slides/slide8.xml" Id="R94bf4b9e0e4f446c" /><Relationship Type="http://schemas.openxmlformats.org/officeDocument/2006/relationships/slide" Target="/ppt/slides/slide9.xml" Id="R63d9641f55f94b18" /><Relationship Type="http://schemas.openxmlformats.org/officeDocument/2006/relationships/slide" Target="/ppt/slides/slide10.xml" Id="R5a52f6e8283f45ad" /><Relationship Type="http://schemas.openxmlformats.org/officeDocument/2006/relationships/slide" Target="/ppt/slides/slide11.xml" Id="Rc18175bde889488f" /><Relationship Type="http://schemas.openxmlformats.org/officeDocument/2006/relationships/slide" Target="/ppt/slides/slide12.xml" Id="Rfdee39a911634ea3" /><Relationship Type="http://schemas.openxmlformats.org/officeDocument/2006/relationships/slide" Target="/ppt/slides/slide13.xml" Id="R24bfa1b246134f6f" /><Relationship Type="http://schemas.openxmlformats.org/officeDocument/2006/relationships/slide" Target="/ppt/slides/slide14.xml" Id="Rb68f35bca7a74d4e" /><Relationship Type="http://schemas.openxmlformats.org/officeDocument/2006/relationships/slide" Target="/ppt/slides/slide15.xml" Id="R9fcd7ca88bd14e03" /><Relationship Type="http://schemas.openxmlformats.org/officeDocument/2006/relationships/slide" Target="/ppt/slides/slide16.xml" Id="R041edf96d1204b6f" /><Relationship Type="http://schemas.openxmlformats.org/officeDocument/2006/relationships/slide" Target="/ppt/slides/slide17.xml" Id="R23e1f614530d4a1b" /><Relationship Type="http://schemas.openxmlformats.org/officeDocument/2006/relationships/slide" Target="/ppt/slides/slide18.xml" Id="R96d3eafb7faf44cc" /><Relationship Type="http://schemas.openxmlformats.org/officeDocument/2006/relationships/slide" Target="/ppt/slides/slide19.xml" Id="Rd6e7f24835c84fc0" /><Relationship Type="http://schemas.openxmlformats.org/officeDocument/2006/relationships/slide" Target="/ppt/slides/slide20.xml" Id="Rf88f599897404f7a" /><Relationship Type="http://schemas.openxmlformats.org/officeDocument/2006/relationships/slide" Target="/ppt/slides/slide21.xml" Id="Re6a04097f5f2482e" /><Relationship Type="http://schemas.openxmlformats.org/officeDocument/2006/relationships/slide" Target="/ppt/slides/slide22.xml" Id="Rd405ab1c435845f3" /><Relationship Type="http://schemas.openxmlformats.org/officeDocument/2006/relationships/slide" Target="/ppt/slides/slide23.xml" Id="Rb675ae03f20147a5" /><Relationship Type="http://schemas.openxmlformats.org/officeDocument/2006/relationships/slide" Target="/ppt/slides/slide24.xml" Id="R5bcdfa1f25754e36" /><Relationship Type="http://schemas.openxmlformats.org/officeDocument/2006/relationships/slide" Target="/ppt/slides/slide25.xml" Id="R4b3f4444b0e94ff6" /><Relationship Type="http://schemas.openxmlformats.org/officeDocument/2006/relationships/slide" Target="/ppt/slides/slide26.xml" Id="R50bc9ab004cd4429" /><Relationship Type="http://schemas.openxmlformats.org/officeDocument/2006/relationships/slide" Target="/ppt/slides/slide27.xml" Id="R4de25685cfa44861" /><Relationship Type="http://schemas.openxmlformats.org/officeDocument/2006/relationships/slide" Target="/ppt/slides/slide28.xml" Id="R596604c182a1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0200400d2f44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0bf97b853042c4" /><Relationship Type="http://schemas.openxmlformats.org/officeDocument/2006/relationships/notesMaster" Target="/ppt/notesMasters/notesMaster1.xml" Id="R16d20086e7d647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fe96774d5d4fac" /><Relationship Type="http://schemas.openxmlformats.org/officeDocument/2006/relationships/notesMaster" Target="/ppt/notesMasters/notesMaster1.xml" Id="Ra7684a8733ce48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1f4fc1b234c8e" /><Relationship Type="http://schemas.openxmlformats.org/officeDocument/2006/relationships/notesMaster" Target="/ppt/notesMasters/notesMaster1.xml" Id="R198fd03abbf349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0f3ffca1f94af2" /><Relationship Type="http://schemas.openxmlformats.org/officeDocument/2006/relationships/notesMaster" Target="/ppt/notesMasters/notesMaster1.xml" Id="Rc969c4195cc24b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9233dfdca41e0" /><Relationship Type="http://schemas.openxmlformats.org/officeDocument/2006/relationships/notesMaster" Target="/ppt/notesMasters/notesMaster1.xml" Id="R2570fe3b6433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7cba7c5cdb4ceb" /><Relationship Type="http://schemas.openxmlformats.org/officeDocument/2006/relationships/notesMaster" Target="/ppt/notesMasters/notesMaster1.xml" Id="R0309c9d26180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542a1bd2e54710" /><Relationship Type="http://schemas.openxmlformats.org/officeDocument/2006/relationships/notesMaster" Target="/ppt/notesMasters/notesMaster1.xml" Id="R2730598838d143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773eb152cc4e9a" /><Relationship Type="http://schemas.openxmlformats.org/officeDocument/2006/relationships/notesMaster" Target="/ppt/notesMasters/notesMaster1.xml" Id="Rc3ee93ee74334a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d312c8cc7142d7" /><Relationship Type="http://schemas.openxmlformats.org/officeDocument/2006/relationships/notesMaster" Target="/ppt/notesMasters/notesMaster1.xml" Id="R7e7824a16f5348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d0fd3d17f14b37" /><Relationship Type="http://schemas.openxmlformats.org/officeDocument/2006/relationships/notesMaster" Target="/ppt/notesMasters/notesMaster1.xml" Id="Rf8adb512ddd641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e960ed32874123" /><Relationship Type="http://schemas.openxmlformats.org/officeDocument/2006/relationships/notesMaster" Target="/ppt/notesMasters/notesMaster1.xml" Id="R352059b0044648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c8b313df474dad" /><Relationship Type="http://schemas.openxmlformats.org/officeDocument/2006/relationships/notesMaster" Target="/ppt/notesMasters/notesMaster1.xml" Id="R8d1b40e8a13449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c81c4af8234699" /><Relationship Type="http://schemas.openxmlformats.org/officeDocument/2006/relationships/notesMaster" Target="/ppt/notesMasters/notesMaster1.xml" Id="R5bccaa3471d144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703653585b4884" /><Relationship Type="http://schemas.openxmlformats.org/officeDocument/2006/relationships/notesMaster" Target="/ppt/notesMasters/notesMaster1.xml" Id="R53b4077070994a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300b079bb84880" /><Relationship Type="http://schemas.openxmlformats.org/officeDocument/2006/relationships/notesMaster" Target="/ppt/notesMasters/notesMaster1.xml" Id="R817aea7788654e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60a456c5064501" /><Relationship Type="http://schemas.openxmlformats.org/officeDocument/2006/relationships/notesMaster" Target="/ppt/notesMasters/notesMaster1.xml" Id="Rdfa3a24f8fc543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85f480374c4a73" /><Relationship Type="http://schemas.openxmlformats.org/officeDocument/2006/relationships/notesMaster" Target="/ppt/notesMasters/notesMaster1.xml" Id="R2510c7bbc6bb45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9e0596dfa14950" /><Relationship Type="http://schemas.openxmlformats.org/officeDocument/2006/relationships/notesMaster" Target="/ppt/notesMasters/notesMaster1.xml" Id="R9cd88e772ca84c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28842a0f544578" /><Relationship Type="http://schemas.openxmlformats.org/officeDocument/2006/relationships/notesMaster" Target="/ppt/notesMasters/notesMaster1.xml" Id="Re00191b0f4684b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2f54d1ef8e40fd" /><Relationship Type="http://schemas.openxmlformats.org/officeDocument/2006/relationships/notesMaster" Target="/ppt/notesMasters/notesMaster1.xml" Id="R4849509350244d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8ef5801b374a07" /><Relationship Type="http://schemas.openxmlformats.org/officeDocument/2006/relationships/notesMaster" Target="/ppt/notesMasters/notesMaster1.xml" Id="R194dbbb4bd1d4d4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d1f9514af34763" /><Relationship Type="http://schemas.openxmlformats.org/officeDocument/2006/relationships/notesMaster" Target="/ppt/notesMasters/notesMaster1.xml" Id="R56ff27ca1d6849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f1d461f795458b" /><Relationship Type="http://schemas.openxmlformats.org/officeDocument/2006/relationships/notesMaster" Target="/ppt/notesMasters/notesMaster1.xml" Id="R67982ef463e749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a67bd6a4ba4d27" /><Relationship Type="http://schemas.openxmlformats.org/officeDocument/2006/relationships/notesMaster" Target="/ppt/notesMasters/notesMaster1.xml" Id="R49c6eecf5fe048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7e61c728004286" /><Relationship Type="http://schemas.openxmlformats.org/officeDocument/2006/relationships/notesMaster" Target="/ppt/notesMasters/notesMaster1.xml" Id="Rb2bb31d23aeb40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a236c33248a4e69" /><Relationship Type="http://schemas.openxmlformats.org/officeDocument/2006/relationships/notesMaster" Target="/ppt/notesMasters/notesMaster1.xml" Id="R774cfcf1a7c749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5aae08bff14d8f" /><Relationship Type="http://schemas.openxmlformats.org/officeDocument/2006/relationships/notesMaster" Target="/ppt/notesMasters/notesMaster1.xml" Id="R38eaf2a2e3d542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852cac51b7490e" /><Relationship Type="http://schemas.openxmlformats.org/officeDocument/2006/relationships/notesMaster" Target="/ppt/notesMasters/notesMaster1.xml" Id="R7ab2877f5d58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안녕하세요. 실습 일 번, 베이스 프로젝트 개선을 선택한 이진형입니다.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베이스는 all_total_vue 운영 인시던트 대응 에이전트입니다. 서비스와 증상을 입력하면 MCP로 지표와 매뉴얼을 조회하고 LLM이 보고서를 만드는 웹 서비스입니다.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프로젝트: 수업에서 제공한 all_total_vue다. FastAPI 서버, LangGraph v2 그래프, MCP Tool·Resource·Prompt, Vue 채팅 화면, SQLite 대화 이력이 이미 있다.</a:t>
            </a:r>
          </a:p>
          <a:p xmlns:a="http://schemas.openxmlformats.org/drawingml/2006/main">
            <a:r>
              <a:t>2. 원래 흐름은 route → plan → gate → research → replan_check → analysis → write → validate → finalize다. 일반 대화는 조사 파이프라인을 건너뛴다.</a:t>
            </a:r>
          </a:p>
          <a:p xmlns:a="http://schemas.openxmlformats.org/drawingml/2006/main">
            <a:r>
              <a:t>3. 이번 개선에서 실제로 검증한 모델은 Ollama의 qwen3:0.6b/8b다. 모니터링은 교육용 모의 데이터이며 실제 운영 로그·서버 조치는 없다. 기존 기반 전체를 새로 개발했다고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day1/baseline/original_v2/doc/README.md; day1/baseline/original_v2/agent/graph.py; day1/baseline/original_v2/server.py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개선은 조사 범위, 대상 확인, 매뉴얼 선택, 답변 검증, 실패 처리 다섯 가지입니다. 검색과 근거 화면, 비교 평가를 추가했습니다.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등록 시트의 개선 5개·기능 추가 3개를 그대로 실제 구현과 연결한다. 이름 응답은 추가 보완한 대화 처리이며 새 주요 기능으로 늘리지 않는다.</a:t>
            </a:r>
          </a:p>
          <a:p xmlns:a="http://schemas.openxmlformats.org/drawingml/2006/main">
            <a:r>
              <a:t>2. 매뉴얼 선택 개선은 정상·정보 부족·장애 분기이며, RAG는 장애로 조사할 서비스의 알림과 문서를 의미로 연결하는 추가 검색 방식이다.</a:t>
            </a:r>
          </a:p>
          <a:p xmlns:a="http://schemas.openxmlformats.org/drawingml/2006/main">
            <a:r>
              <a:t>3. 다음 기술 표에서 적용 방법을 설명하고, 이후 각 문제의 최초 질문·응답과 같은 질문의 개선 응답을 연속해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presentation/PLAN_COVERAGE.md;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MCP에 검색 도구를 추가하고 RAG로 문서를 찾습니다. 그래프 처리를 모듈로 분리하고 검색기를 주입해 실제 MCP와 고정 평가를 교체합니다. 분기 테스트와 동일 입력 평가로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MCP: mcp_server.py의 search_runbooks Tool을 추가했다. retrieval.py의 MCPRunbookSearch가 이 Tool을 호출하고, research.py가 검색 결과의 URI로 기존 MCP Resource 원문을 읽는다. MCP 서버 분리나 기존 Tool·Resource 체계를 새로 구현한 성과로 주장하지 않는다.</a:t>
            </a:r>
          </a:p>
          <a:p xmlns:a="http://schemas.openxmlformats.org/drawingml/2006/main">
            <a:r>
              <a:t>2. RAG: runbook 6개 본문·한영 증상 메타데이터와 서비스별 활성 알림을 bge-m3로 임베딩한다. SQLite에 캐시한 정규화 벡터의 코사인 유사도를 계산하고 임계값 0.35, 후보 2개 중 첫 원문을 연결한다. 대규모 벡터 DB나 ANN 검색을 구현한 것은 아니다.</a:t>
            </a:r>
          </a:p>
          <a:p xmlns:a="http://schemas.openxmlformats.org/drawingml/2006/main">
            <a:r>
              <a:t>3. LangGraph·모듈화: 기존 graph.py의 단일 research 처리를 targets.py·research.py·retrieval.py·reporting.py·validation.py 등으로 나눴다. scope와 retrieve 노드 및 상태별 분기를 추가하고 검증 반복을 최대 두 번으로 제한했다. 독립적인 전문 Multi-Agent 서브그래프를 추가한 구현은 아니다.</a:t>
            </a:r>
          </a:p>
          <a:p xmlns:a="http://schemas.openxmlformats.org/drawingml/2006/main">
            <a:r>
              <a:t>4. 의존성 주입: 기존 SupervisorDeps에 searcher를 추가했다. 연구 노드는 검색 구현을 직접 만들지 않고 주입된 검색기를 우선 사용한다. 실제 앱은 MCP 검색 Tool, 평가·단위 테스트는 고정 데이터 검색 어댑터를 연결한다.</a:t>
            </a:r>
          </a:p>
          <a:p xmlns:a="http://schemas.openxmlformats.org/drawingml/2006/main">
            <a:r>
              <a:t>5. 단위 테스트 31개와 실제 모델 고정 입력 20건은 목적이 다르다. 전자는 대상 추출·수치 변조·부분 실패·시간 제한 등의 코드 분기, 후자는 실제 호출·문서 선택·응답 상태·시간을 확인한다. 실제 MCP·SSE·UI 검증은 별도로 수행했다.</a:t>
            </a:r>
          </a:p>
          <a:p xmlns:a="http://schemas.openxmlformats.org/drawingml/2006/main">
            <a:r>
              <a:t>6. 교수님이 나열한 기술은 예시이며 전부 추가하라는 필수 목록으로 쓰여 있지 않다. 기존 LangSmith traceable 장식은 유지하지만 새 추적 연결·대시보드 분석을 검증한 성과에는 포함하지 않는다. 전문 Multi-Agent 확장도 성과로 표기하지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all_total_vue_student/mcp_server.py; all_total_vue_student/agent/graph.py; all_total_vue_student/agent/retrieval.py; all_total_vue_student/agent/research.py; all_total_vue_student/agent/deps.py; all_total_vue_student/agent/nodes.py; all_total_vue_student/tests/test_core.py; day2/tests/unit-tests-story.txt; day2/results/comparison/summary.json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결제와 캐시를 함께 물었는데 결제만 조회했습니다. 캐시 자료 없이 원인을 추정했습니다.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_extract_system_name은 최초 언급 서비스 하나만 MCP 계획 문맥으로 넘긴다. 이후 실제 조사 목록은 LLM tasks에 의존해 cache가 빠질 수 있었다.</a:t>
            </a:r>
          </a:p>
          <a:p xmlns:a="http://schemas.openxmlformats.org/drawingml/2006/main">
            <a:r>
              <a:t>2. 사진에서는 수집된 사실에 payments만 있고 cache 자료가 없다. 공통 원인을 확정할 근거도 부족하다.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day1/evidence/user-screenshots/04-payments-cache.png;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요청에서 전체 서비스를 뽑고 그 목록으로 조회 작업을 구성했습니다. LLM 계획에서 빠져도 모두 조사합니다.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agent/targets.py의 select_targets가 등록 목록과 요청 텍스트를 대조해 알려진 대상 전체와 미등록 대상을 나눈다.</a:t>
            </a:r>
          </a:p>
          <a:p xmlns:a="http://schemas.openxmlformats.org/drawingml/2006/main">
            <a:r>
              <a:t>2. repair_plan은 모델의 tasks를 그대로 실행하지 않고, 확정된 대상마다 monitor-{service} 작업을 다시 만든다. scope_node·plan_node가 이 목록을 보존한다.</a:t>
            </a:r>
          </a:p>
          <a:p xmlns:a="http://schemas.openxmlformats.org/drawingml/2006/main">
            <a:r>
              <a:t>3. agent/research.py의 collect_monitoring은 확정된 targets 전체를 asyncio.gather로 조회한다. 각 조회의 오류를 개별 기록해 다른 서비스 수집을 취소하지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day2/evidence/review-q06-first.jpg; day2/results/contextual-captures/a19f84a4-7221-45f6-938e-f8dac295ea28-eca497a3.json; all_total_vue_student/agent/targets.py; all_total_vue_student/agent/research.py; all_total_vue_student/agent/nodes.py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공유 의존 관계나 로그를 조사하지 않았으므로 공통 원인은 미확인으로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모델 기반 패턴 추정을 공통 원인 확정 근거로 사용하지 않는다. analysis_node는 현재 도구가 수집하지 않는 로그·시계열·의존 관계의 한계를 명시한다.</a:t>
            </a:r>
          </a:p>
          <a:p xmlns:a="http://schemas.openxmlformats.org/drawingml/2006/main">
            <a:r>
              <a:t>2. render_report는 두 서비스 이상이면 공통 원인은 미확인이라는 안내를 붙인다. 두 서비스 조사 완료와 공통 원인 규명 성공은 다르다.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day2/evidence/review-q06-second.jpg; day2/results/contextual-captures/a19f84a4-7221-45f6-938e-f8dac295ea28-eca497a3.json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게이트웨이에서 결제로 가는 요청도 한쪽만 조사했습니다.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gateway·payments 질문의 원본은 gateway 알림만 조회했다. 네트워크 문서 선택 자체보다 상대 서비스 누락을 추가 사례로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day1/evidence/user-screenshots/01-gateway-payments.png;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같은 대상 보정 처리를 적용해 요청을 보내는 쪽과 받는 쪽을 모두 조회했습니다.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payments·cache와 동일한 대상 추출·작업 재구성 로직을 사용한다. gateway의 network-timeout과 payments의 cpu-spike를 서비스별로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day2/evidence/review-q04-first.jpg;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조회는 서비스별로 처리해 일부 실패가 다른 결과를 지우지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서비스별 수집·오류 분리로 일부 실패가 전체 결과를 지우지 않는다. 이 캡처는 두 서비스가 성공한 사례이며, 부분 실패 분기는 단위 테스트에서 따로 확인했다.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day2/evidence/review-q04-second.jpg;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빌링을 물었는데 인증 서비스인 auth를 조회했습니다. 대상이 바뀐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미등록·미명시 auth fallback은 기존 설계다. 사용자의 대상과 실제 조사 대상을 일치시키기 위한 정책 변경으로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day1/evidence/user-screenshots/06-billing.png;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등록 목록과 먼저 대조합니다. 미등록이면 조회와 보고 생성을 건너뛰고, 다른 서비스로 바꾸지 않고 이름을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select_targets가 서비스처럼 보이지만 등록 목록에 없는 billing-service를 unknown에 넣는다. targets가 비면 plan_node가 보고 모델의 계획을 호출하지 않고, 모니터링 수집도 비어 있다.</a:t>
            </a:r>
          </a:p>
          <a:p xmlns:a="http://schemas.openxmlformats.org/drawingml/2006/main">
            <a:r>
              <a:t>2. 문서·관측이 없으면 write_node가 보고 생성을 생략하고 render_report가 등록 이름 확인 안내를 만든다. 안내는 LLM이 작성한 진단 성공으로 세지 않는다.</a:t>
            </a:r>
          </a:p>
          <a:p xmlns:a="http://schemas.openxmlformats.org/drawingml/2006/main">
            <a:r>
              <a:t>3. 등록·미등록 혼합 요청은 등록된 대상은 조사하고, 미등록 대상은 따로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day2/evidence/context-unknown-frame.jpg; day2/results/contextual-captures/55c381af-5efe-447d-9430-bf83a5b11c9d-c848919a.json; all_total_vue_student/agent/targets.py; all_total_vue_student/agent/evidence.py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로그인이라는 말만으로 auth를 가정하던 정책도 바꿨습니다.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로그인이라는 표현만으로 auth를 선택하던 기본 정책을 변경했다. 등록 별칭을 추가하는 기능은 구현하지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day1/evidence/user-screenshots/05-login.png;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서비스명이 없으면 auth를 기본값으로 쓰던 처리를 없애고, 대상 확인 안내를 반환합니다.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장애 문맥은 인식하지만 명시한 등록 대상이 없으면 빈 target 목록을 유지한다. render_report가 어느 서비스를 확인할지 묻는다.</a:t>
            </a:r>
          </a:p>
          <a:p xmlns:a="http://schemas.openxmlformats.org/drawingml/2006/main">
            <a:r>
              <a:t>2. 이 처리는 새 별칭이나 오타를 자동 해석하는 기능이 아니라 대상 확인 정책이다.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day2/evidence/review-q07-answer.jpg; day2/results/contextual-captures/f4e83364-7451-4377-a65d-6adaac6d4a8f-3fba43e9.json; all_total_vue_student/agent/targets.py; all_total_vue_student/agent/nodes.py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정상인 web에 DB 장애 문서를 골랐고, 함께 요청한 auth도 빠졌습니다.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원본은 모니터링 알림의 키워드가 맞지 않으면 db-down으로 대체했다. healthy·알림 없음인 web에 DB 문서를 적용한 사진이다.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day1/evidence/user-screenshots/03-web-auth.png;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지표와 알림으로 상태를 먼저 나눕니다. 정상이나 정보 부족이면 문서를 붙이지 않고, 장애 대상은 해당 서비스 알림으로 매뉴얼을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agent/evidence.py의 monitoring_state는 상태·CPU·메모리 유효성·활성 알림을 확인한다. healthy이고 알림이 없으면 healthy, 유효하지만 활성 알림이 없으면 insufficient, 조사 근거가 있으면 investigate다.</a:t>
            </a:r>
          </a:p>
          <a:p xmlns:a="http://schemas.openxmlformats.org/drawingml/2006/main">
            <a:r>
              <a:t>2. collect_runbooks는 investigate 서비스만 검색한다. 정상·정보 부족·유효하지 않은 관측은 장애 문서를 임의로 붙이지 않는다.</a:t>
            </a:r>
          </a:p>
          <a:p xmlns:a="http://schemas.openxmlformats.org/drawingml/2006/main">
            <a:r>
              <a:t>3. 검색 입력은 서비스별 상태와 실제 활성 알림이다. 검색 방법의 상세 구현은 추가 기능 RAG에서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day2/evidence/context-healthy-answer.jpg; day2/results/contextual-captures/49ebc8c8-65fc-4aec-bc42-fd1829f048e9.json; all_total_vue_student/agent/evidence.py; all_total_vue_student/agent/research.py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 분석 결과라고 답했지만 실제 로그 조회는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분석 결과 문장을 수집된 사실처럼 최종 프롬프트에 포함하던 문제다. 실제 도구에는 로그 조회가 없다.</a:t>
            </a:r>
          </a:p>
          <a:p xmlns:a="http://schemas.openxmlformats.org/drawingml/2006/main">
            <a:r>
              <a:t>2. 원본 validate_node는 30자 이상과 1) 포함 여부만 확인했다. 수치·서비스·원인 주장의 근거 검증은 아니었다.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day1/evidence/user-screenshots/02-payments-cpu.png;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모델은 수치·문서·절차 번호를 JSON으로 고르게 했습니다. 코드가 근거와 대조하고, 통과한 절차를 원문으로 출력해 조치 조건이 바뀌지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StructuredReportLLM은 sections JSON으로 서비스 이름·CPU·메모리·runbook_id·step_ids·cause_confirmed만 출력하도록 한다.</a:t>
            </a:r>
          </a:p>
          <a:p xmlns:a="http://schemas.openxmlformats.org/drawingml/2006/main">
            <a:r>
              <a:t>2. validate_draft는 누락·중복·범위 밖 서비스, 잘못된 수치, 없는 문서·절차, 원인 확정, 자유 필드를 거절한다.</a:t>
            </a:r>
          </a:p>
          <a:p xmlns:a="http://schemas.openxmlformats.org/drawingml/2006/main">
            <a:r>
              <a:t>3. 검증 후 render_report가 선택된 절차의 원문을 가져온다. 원문의 90% 초과·지속 등의 조건을 모델이 바꿔 쓰지 않는다.</a:t>
            </a:r>
          </a:p>
          <a:p xmlns:a="http://schemas.openxmlformats.org/drawingml/2006/main">
            <a:r>
              <a:t>4. 모든 자유 문장의 의미를 판정하거나 현재 조치 조건 충족을 자동 판단하는 기능은 아니다. 실제 조치도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day2/evidence/review-q01-answer.jpg; day2/results/contextual-captures/3e26b7de-a591-4252-a03e-e3b7abfd824e-8df47df5.json; all_total_vue_student/agent/reporting.py; all_total_vue_student/agent/validation.py; all_total_vue_student/agent/evidence.py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사용자 이름 민수를 비서 자신의 이름처럼 답한 문제도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초기 계획의 주요 기능으로 늘리지 않고 실행 중 발견한 추가 보완으로 구분한다. 사용자 민수와 비서의 자기소개가 섞인 사례다.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day1/evidence/user-screenshots/07-name-recall.png;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이름은 사용자 역할의 선언에서만 읽습니다. 이름 질문과 비서의 자기소개는 제외합니다. 이 부분은 계획 외에 보완한 대화 처리입니다.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remembered_name은 history에서 role=user인 메시지와 현재 입력만 읽고, '제 이름은 ...입니다' 같은 선언형만 추출한다. assistant 발화와 '이름이 뭐였죠' 질문은 이름 선언으로 보지 않는다.</a:t>
            </a:r>
          </a:p>
          <a:p xmlns:a="http://schemas.openxmlformats.org/drawingml/2006/main">
            <a:r>
              <a:t>2. 추출한 이름의 별도 메모리 DB를 새로 만든 것이 아니다. 기존 SQLite 대화 이력을 활용하고 같은 대화의 최근 사용자 선언을 읽는다.</a:t>
            </a:r>
          </a:p>
          <a:p xmlns:a="http://schemas.openxmlformats.org/drawingml/2006/main">
            <a:r>
              <a:t>3. 서버 재시작 뒤 같은 DB·thread의 이름 응답도 별도 기록으로 검증했다. 캡처 자체가 재시작 과정을 보여주는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day2/evidence/review-q10-answer.jpg; day2/results/contextual-captures/review-suite.json; all_total_vue_student/agent/targets.py; all_total_vue_student/agent/session_store.py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분석 중 시간 초과가 나면 최종 응답도 실패 안내도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이 화면은 보존한 베이스를 다시 실행한 진행 화면이다. 분석 단계 ReadTimeout은 연결된 실행 기록으로 확인했다. 화면의 레이아웃 깨짐을 실패 근거로 쓰지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day2/evidence/before-main-viewport.jpg; day2/evidence/ui-capture-context.json; day2/evidence/ui-capture-context.json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생성량과 시간을 제한하고 두 번 검증에 실패하면 수집 사실을 안내합니다. 팔 초 제한 시험에서도 부분 근거를 남겼습니다.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Ollama 생성 num_predict=512, 호출 25초, 전체 요청 60초를 기본으로 둔다. write·validate는 최대 두 번으로 제한한다.</a:t>
            </a:r>
          </a:p>
          <a:p xmlns:a="http://schemas.openxmlformats.org/drawingml/2006/main">
            <a:r>
              <a:t>2. 원본은 세 번째 검증 실패를 강제 합격 처리했지만 개선은 fallback으로 분리한다. server.py의 전체 시간 제한 처리도 수집된 collected를 보존해 안내한다.</a:t>
            </a:r>
          </a:p>
          <a:p xmlns:a="http://schemas.openxmlformats.org/drawingml/2006/main">
            <a:r>
              <a:t>3. 같은 payments·cache 질문의 지연 시험은 보고 의존성 30초 지연·전체 상한 8초로 설정했다. 실제 8.004초에 안내했고 이 값은 일반 성능 20건에 합산하지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day2/evidence/story-timeout-first.jpg; day2/results/story-timeout/timeout.json; all_total_vue_student/server.py; all_total_vue_student/agent/nodes.py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이미 수집한 두 서비스의 지표도 남깁니다. 다음은 추가 기능입니다.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제한·실패 안내도 화면에 응답을 반환하지만 검증된 LLM 보고 성공은 아니다. 두 서비스의 관측 보존을 확인하는 연속 화면이다.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day2/evidence/story-timeout-second.jpg; day2/results/story-timeout/timeout.json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첫 추가 기능은 RAG입니다. 서비스별 알림과 매뉴얼을 bge-m3로 벡터화해 검색하고, 선택한 문서는 MCP로 원문을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6개 runbook 본문과 한·영 증상 메타데이터를 bge-m3로 임베딩하고 SQLite에 캐시한다. 문서 변경 시 digest를 확인해 인덱스를 갱신한다.</a:t>
            </a:r>
          </a:p>
          <a:p xmlns:a="http://schemas.openxmlformats.org/drawingml/2006/main">
            <a:r>
              <a:t>2. 서비스별 활성 알림을 임베딩하고 정규화한 벡터의 코사인 유사도로 검색한다. 임계값 0.35, 후보 상위 2개 중 첫 문서를 실제 원문과 연결한다.</a:t>
            </a:r>
          </a:p>
          <a:p xmlns:a="http://schemas.openxmlformats.org/drawingml/2006/main">
            <a:r>
              <a:t>3. 검색기는 기존 SupervisorDeps에 추가한 searcher로 주입한다. 실행 시 MCP 검색 Tool을 사용하고 고정 데이터 평가에서는 검색 어댑터를 사용한다.</a:t>
            </a:r>
          </a:p>
          <a:p xmlns:a="http://schemas.openxmlformats.org/drawingml/2006/main">
            <a:r>
              <a:t>4. 유사도 0.673은 정답 확률이 아니다. 문서 6개 전수 비교이며 대규모 ANN 검색이나 운영 부하 검증은 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day2/evidence/review-q03-answer.jpg; all_total_vue_student/agent/retrieval.py; all_total_vue_student/agent/research.py; all_total_vue_student/mcp_server.py; day2/results/contextual-captures/cc4c77a5-5311-4797-9942-36ec51f66841-17dcde1e.json; all_total_vue_student/agent/deps.py; all_total_vue_student/agent/research.py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두 번째는 근거 화면입니다. 서버가 실제 수집한 객체를 최종 이벤트에 넣고, 화면이 서비스·수치·문서와 미확인 항목을 표로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evidence_payload는 실제 collected에서 서비스·관측·runbook·미등록·미확인·오류를 구성한다. server.py가 FinalAnswer.evidence에 담고 web_chat.html이 그 객체로 표를 그린다.</a:t>
            </a:r>
          </a:p>
          <a:p xmlns:a="http://schemas.openxmlformats.org/drawingml/2006/main">
            <a:r>
              <a:t>2. 모델이 출력한 출처 문자열을 그대로 화면 근거로 쓰지 않는다. 정상 web은 문서 없음, auth는 지연 매뉴얼·유사도가 표시된다.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day2/evidence/context-healthy-evidence.jpg; all_total_vue_student/agent/evidence.py; all_total_vue_student/server.py; all_total_vue_student/web_chat.html; day2/results/contextual-captures/49ebc8c8-65fc-4aec-bc42-fd1829f048e9.json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세 번째는 자동 비교입니다. 같은 질문과 고정 지표로 전후 실행하고 호출·문서·시간을 집계합니다. 단위 테스트 서른한 개도 통과했습니다.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평가 정의 cases.json의 expected_targets·expected_runbooks와 실제 calls·elapsed_seconds를 대조한다. 대상 수집은 서비스 수, 범위 일치는 대상 집합이 같은 질문 수, 문서 Top-1은 정답 문서가 하나인 질문만 계산한다.</a:t>
            </a:r>
          </a:p>
          <a:p xmlns:a="http://schemas.openxmlformats.org/drawingml/2006/main">
            <a:r>
              <a:t>2. 고정 데이터 그래프 평가 20건과 실제 MCP·SSE·UI 검증은 구분한다. 이 보고서는 보존된 전후 결과 JSON을 집계한 것이며 새 20건 벤치마크를 실행한 것은 아니다.</a:t>
            </a:r>
          </a:p>
          <a:p xmlns:a="http://schemas.openxmlformats.org/drawingml/2006/main">
            <a:r>
              <a:t>3. 단위 테스트 31개는 대상 추출·검증·부분 실패·시간 제한·이름 역할 등의 분기다. 20건 실제 모델 평가와 다른 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day2/evidence/evaluation-cases.jpg; day2/scripts/build_evaluation_evidence.py; day1/results/baseline-ollama/results.json; day2/results/improved-ollama/results.json; day2/tests/unit-tests-story.txt; all_total_vue_student/tests/test_core.py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필요한 서비스 수집은 스무 개 중 열일곱에서 스무 개로, 단일 정답 문서는 열두 건 중 열한 건에서 열두 건으로 늘었습니다. 양쪽 완료한 같은 열여섯 건의 시간 중앙값은 삼십육 초에서 사 점 사오 초입니다. 생성 설정도 함께 바꾼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등록 대상 수집 17/20→20/20은 서비스 수다. D05 payments, D06 cache, D07 auth 누락을 보완했다. 조회 범위 일치는 15/20→20/20이며 auth 대체 조회 2건도 포함한다.</a:t>
            </a:r>
          </a:p>
          <a:p xmlns:a="http://schemas.openxmlformats.org/drawingml/2006/main">
            <a:r>
              <a:t>2. 단일 정답 문서 11/12→12/12는 D07의 db-down을 high-latency로 바꾼 결과다. 같은 모델·고정 지표·질문을 사용했다.</a:t>
            </a:r>
          </a:p>
          <a:p xmlns:a="http://schemas.openxmlformats.org/drawingml/2006/main">
            <a:r>
              <a:t>3. 양쪽 완료한 동일 16건 중앙값은 35.936→4.454초다. 네트워크 전송·UI 표시·워밍업·인덱스 구축은 제외한다. 생성 설정·분기·출력 형식도 바뀌어 RAG만의 효과가 아니다.</a:t>
            </a:r>
          </a:p>
          <a:p xmlns:a="http://schemas.openxmlformats.org/drawingml/2006/main">
            <a:r>
              <a:t>4. 개선 20건은 검증13·관측/확인안내4·대화2·검증실패안내1이다. 응답 완료가 전체 답변의 정확도100%라는 뜻은 아니다. 이후 화면·안내 문구 수정 뒤 전체 시간은 재측정하지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day2/evidence/evaluation-criteria.jpg; day2/scripts/build_evaluation_evidence.py; day1/evaluation/cases.json; day1/scripts/run_baseline.py; day2/results/comparison/summary.json; day1/results/baseline-ollama/results.json; day2/results/improved-ollama/results.json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문서 여섯 개와 모의 지표라 운영 성능으로 일반화할 수 없습니다. 검색은 지연·오검색을 더하고 원문 출력은 설명을 제한합니다. 다음은 실제 로그와 독립 질문으로 검증하겠습니다.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문서 6개·모의 지표·관측한 시험 세트이므로 독립 질문과 실제 운영 자료가 필요하다.</a:t>
            </a:r>
          </a:p>
          <a:p xmlns:a="http://schemas.openxmlformats.org/drawingml/2006/main">
            <a:r>
              <a:t>2. 검색·임베딩의 처리 부담과 오검색, 원문 출력의 표현 제약, 시간·생성량 상한 때문에 안내로 끝나는 요청이 트레이드오프다.</a:t>
            </a:r>
          </a:p>
          <a:p xmlns:a="http://schemas.openxmlformats.org/drawingml/2006/main">
            <a:r>
              <a:t>3. 실제 로그·시계열·서비스 의존 관계 수집, 복합 장애 검색과 독립 평가가 다음 과제다. 자동 복구를 구현했다고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56f7d33d349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f8b7c6f2f4c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bdd2b0eca4d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e63a81c824b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ffc9293a943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95d76c847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A272D-B3BA-4036-BB24-7D9251F2F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AD9738-9F1D-4BB2-B15D-D5F1FC1E32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DBED17-1E47-4F74-9A20-1C000B89C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4B08A-F403-46F2-AD82-9C03C3642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12A151-0EF7-4A6F-8ECF-9EC1AB91F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D89A78-BD86-45EB-B8BD-C1148C34EC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6F5546-3687-40EB-9790-C21904BB7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150C86-3024-49E8-B708-4B1062B131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A6F81-DF88-4E56-A94D-5E7890D72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E9F271-3351-4B74-BFB5-F072EEAAC0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a5c90160fb46cc" /><Relationship Type="http://schemas.openxmlformats.org/officeDocument/2006/relationships/slideLayout" Target="/ppt/slideLayouts/slideLayout1.xml" Id="Raa607055b8d24c30" /><Relationship Type="http://schemas.openxmlformats.org/officeDocument/2006/relationships/slideLayout" Target="/ppt/slideLayouts/slideLayout2.xml" Id="R6ea51bf0f49e4539" /><Relationship Type="http://schemas.openxmlformats.org/officeDocument/2006/relationships/slideLayout" Target="/ppt/slideLayouts/slideLayout3.xml" Id="R6a091c341e3a45e5" /><Relationship Type="http://schemas.openxmlformats.org/officeDocument/2006/relationships/slideLayout" Target="/ppt/slideLayouts/slideLayout4.xml" Id="Rd94ff7e779564768" /><Relationship Type="http://schemas.openxmlformats.org/officeDocument/2006/relationships/slideLayout" Target="/ppt/slideLayouts/slideLayout5.xml" Id="Rbd03824f65e34416" /><Relationship Type="http://schemas.openxmlformats.org/officeDocument/2006/relationships/slideLayout" Target="/ppt/slideLayouts/slideLayout6.xml" Id="R9cbf8b9771e1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07055b8d24c30"/>
    <p:sldLayoutId xmlns:r="http://schemas.openxmlformats.org/officeDocument/2006/relationships" id="2147483650" r:id="R6ea51bf0f49e4539"/>
    <p:sldLayoutId xmlns:r="http://schemas.openxmlformats.org/officeDocument/2006/relationships" id="2147483651" r:id="R6a091c341e3a45e5"/>
    <p:sldLayoutId xmlns:r="http://schemas.openxmlformats.org/officeDocument/2006/relationships" id="2147483652" r:id="Rd94ff7e779564768"/>
    <p:sldLayoutId xmlns:r="http://schemas.openxmlformats.org/officeDocument/2006/relationships" id="2147483653" r:id="Rbd03824f65e34416"/>
    <p:sldLayoutId xmlns:r="http://schemas.openxmlformats.org/officeDocument/2006/relationships" id="2147483654" r:id="R9cbf8b9771e1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310ca79c349d8" /><Relationship Type="http://schemas.openxmlformats.org/officeDocument/2006/relationships/notesSlide" Target="/ppt/notesSlides/notesSlide1.xml" Id="Rd628b35ba9934e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fb0c4e5074a71" /><Relationship Type="http://schemas.openxmlformats.org/officeDocument/2006/relationships/notesSlide" Target="/ppt/notesSlides/notesSlide2.xml" Id="Racdfa4026e0d48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f4bb00d02471e" /><Relationship Type="http://schemas.openxmlformats.org/officeDocument/2006/relationships/notesSlide" Target="/ppt/notesSlides/notesSlide3.xml" Id="R2f929acfaeb04b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bfa9f127d41c6" /><Relationship Type="http://schemas.openxmlformats.org/officeDocument/2006/relationships/notesSlide" Target="/ppt/notesSlides/notesSlide4.xml" Id="R8765855e5d0f48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2bcec7ee64529" /><Relationship Type="http://schemas.openxmlformats.org/officeDocument/2006/relationships/image" Target="/ppt/media/image.png" Id="Re52e91edfd8f438f" /><Relationship Type="http://schemas.openxmlformats.org/officeDocument/2006/relationships/notesSlide" Target="/ppt/notesSlides/notesSlide5.xml" Id="R5dc8b9d31ab248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2f2e8f41849e9" /><Relationship Type="http://schemas.openxmlformats.org/officeDocument/2006/relationships/image" Target="/ppt/media/image.jpeg" Id="Ra100e613a20e439f" /><Relationship Type="http://schemas.openxmlformats.org/officeDocument/2006/relationships/notesSlide" Target="/ppt/notesSlides/notesSlide6.xml" Id="R0eb5a89a3e8e48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5db19bf90348e5" /><Relationship Type="http://schemas.openxmlformats.org/officeDocument/2006/relationships/image" Target="/ppt/media/image2.jpeg" Id="Rdf06051e182a4cf0" /><Relationship Type="http://schemas.openxmlformats.org/officeDocument/2006/relationships/notesSlide" Target="/ppt/notesSlides/notesSlide7.xml" Id="R66342d2f99b749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f8a58878341c1" /><Relationship Type="http://schemas.openxmlformats.org/officeDocument/2006/relationships/image" Target="/ppt/media/image2.png" Id="R4c4fa05596bb4b6d" /><Relationship Type="http://schemas.openxmlformats.org/officeDocument/2006/relationships/notesSlide" Target="/ppt/notesSlides/notesSlide8.xml" Id="R83b7d784a90b4f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b7175bb674564" /><Relationship Type="http://schemas.openxmlformats.org/officeDocument/2006/relationships/image" Target="/ppt/media/image3.jpeg" Id="Rf9f0553690bf446d" /><Relationship Type="http://schemas.openxmlformats.org/officeDocument/2006/relationships/notesSlide" Target="/ppt/notesSlides/notesSlide9.xml" Id="Rcfe346c59cca4f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35cf04d924677" /><Relationship Type="http://schemas.openxmlformats.org/officeDocument/2006/relationships/image" Target="/ppt/media/image4.jpeg" Id="R5de483ff4fd041e5" /><Relationship Type="http://schemas.openxmlformats.org/officeDocument/2006/relationships/notesSlide" Target="/ppt/notesSlides/notesSlide10.xml" Id="R3f1f6dd12eb046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f33069b674981" /><Relationship Type="http://schemas.openxmlformats.org/officeDocument/2006/relationships/image" Target="/ppt/media/image3.png" Id="Rd9fd816a6e4743f9" /><Relationship Type="http://schemas.openxmlformats.org/officeDocument/2006/relationships/notesSlide" Target="/ppt/notesSlides/notesSlide11.xml" Id="R164d42965df942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2682a694a4002" /><Relationship Type="http://schemas.openxmlformats.org/officeDocument/2006/relationships/image" Target="/ppt/media/image5.jpeg" Id="Rf16e6d37ad7d4f89" /><Relationship Type="http://schemas.openxmlformats.org/officeDocument/2006/relationships/notesSlide" Target="/ppt/notesSlides/notesSlide12.xml" Id="Ra9947c8bfbd240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b6dfb33b143a4" /><Relationship Type="http://schemas.openxmlformats.org/officeDocument/2006/relationships/image" Target="/ppt/media/image4.png" Id="R9c2d0af8a3b140ca" /><Relationship Type="http://schemas.openxmlformats.org/officeDocument/2006/relationships/notesSlide" Target="/ppt/notesSlides/notesSlide13.xml" Id="R39c2def449cc47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eba78576b4cc2" /><Relationship Type="http://schemas.openxmlformats.org/officeDocument/2006/relationships/image" Target="/ppt/media/image6.jpeg" Id="Rc11f081f402c45d0" /><Relationship Type="http://schemas.openxmlformats.org/officeDocument/2006/relationships/notesSlide" Target="/ppt/notesSlides/notesSlide14.xml" Id="Rcb479e68b25042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5eb46793744b4" /><Relationship Type="http://schemas.openxmlformats.org/officeDocument/2006/relationships/image" Target="/ppt/media/image5.png" Id="R6d0bc805619d48b2" /><Relationship Type="http://schemas.openxmlformats.org/officeDocument/2006/relationships/notesSlide" Target="/ppt/notesSlides/notesSlide15.xml" Id="R319e35ecad7240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259ecb78b40ad" /><Relationship Type="http://schemas.openxmlformats.org/officeDocument/2006/relationships/image" Target="/ppt/media/image7.jpeg" Id="R21bc9e29ac40490d" /><Relationship Type="http://schemas.openxmlformats.org/officeDocument/2006/relationships/notesSlide" Target="/ppt/notesSlides/notesSlide16.xml" Id="R660cdcc1fe414e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be578c5884839" /><Relationship Type="http://schemas.openxmlformats.org/officeDocument/2006/relationships/image" Target="/ppt/media/image6.png" Id="R93439c3ae67d4d65" /><Relationship Type="http://schemas.openxmlformats.org/officeDocument/2006/relationships/notesSlide" Target="/ppt/notesSlides/notesSlide17.xml" Id="R6fc7b60077b547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47b813c224a7d" /><Relationship Type="http://schemas.openxmlformats.org/officeDocument/2006/relationships/image" Target="/ppt/media/image8.jpeg" Id="R25a62bef125d49ed" /><Relationship Type="http://schemas.openxmlformats.org/officeDocument/2006/relationships/notesSlide" Target="/ppt/notesSlides/notesSlide18.xml" Id="Ra0203800f30940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a7a706c814e2e" /><Relationship Type="http://schemas.openxmlformats.org/officeDocument/2006/relationships/image" Target="/ppt/media/image7.png" Id="R6647807b8f6d4c4b" /><Relationship Type="http://schemas.openxmlformats.org/officeDocument/2006/relationships/notesSlide" Target="/ppt/notesSlides/notesSlide19.xml" Id="Rb3f5fe7954514c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89475531b4f68" /><Relationship Type="http://schemas.openxmlformats.org/officeDocument/2006/relationships/image" Target="/ppt/media/image9.jpeg" Id="R8953c002cb08499c" /><Relationship Type="http://schemas.openxmlformats.org/officeDocument/2006/relationships/notesSlide" Target="/ppt/notesSlides/notesSlide20.xml" Id="Rc026d832b64c43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ea0b597034363" /><Relationship Type="http://schemas.openxmlformats.org/officeDocument/2006/relationships/image" Target="/ppt/media/image10.jpeg" Id="Rbeefb2fbadef4a50" /><Relationship Type="http://schemas.openxmlformats.org/officeDocument/2006/relationships/notesSlide" Target="/ppt/notesSlides/notesSlide21.xml" Id="R862db67ae3b847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4122922174ebc" /><Relationship Type="http://schemas.openxmlformats.org/officeDocument/2006/relationships/image" Target="/ppt/media/image11.jpeg" Id="R76c5164d2dc9448c" /><Relationship Type="http://schemas.openxmlformats.org/officeDocument/2006/relationships/notesSlide" Target="/ppt/notesSlides/notesSlide22.xml" Id="R5957dd8bd8d14d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695a36f084b05" /><Relationship Type="http://schemas.openxmlformats.org/officeDocument/2006/relationships/image" Target="/ppt/media/image12.jpeg" Id="R9dd7a3445d5444d3" /><Relationship Type="http://schemas.openxmlformats.org/officeDocument/2006/relationships/notesSlide" Target="/ppt/notesSlides/notesSlide23.xml" Id="R44e27a633e6a4c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b89a57e884593" /><Relationship Type="http://schemas.openxmlformats.org/officeDocument/2006/relationships/image" Target="/ppt/media/image13.jpeg" Id="R8370059d29c94768" /><Relationship Type="http://schemas.openxmlformats.org/officeDocument/2006/relationships/notesSlide" Target="/ppt/notesSlides/notesSlide24.xml" Id="R63b2f7949cfb40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ba5d3028c4c5d" /><Relationship Type="http://schemas.openxmlformats.org/officeDocument/2006/relationships/image" Target="/ppt/media/image14.jpeg" Id="Re7124a6d554c4d08" /><Relationship Type="http://schemas.openxmlformats.org/officeDocument/2006/relationships/notesSlide" Target="/ppt/notesSlides/notesSlide25.xml" Id="R7846d3477d814c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b5d57722a4ef6" /><Relationship Type="http://schemas.openxmlformats.org/officeDocument/2006/relationships/image" Target="/ppt/media/image15.jpeg" Id="Rfc6633b6c0dd4df8" /><Relationship Type="http://schemas.openxmlformats.org/officeDocument/2006/relationships/notesSlide" Target="/ppt/notesSlides/notesSlide26.xml" Id="Rf0bf69f783fb4a1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7d951a8744878" /><Relationship Type="http://schemas.openxmlformats.org/officeDocument/2006/relationships/image" Target="/ppt/media/image16.jpeg" Id="R30c97168b5424dad" /><Relationship Type="http://schemas.openxmlformats.org/officeDocument/2006/relationships/notesSlide" Target="/ppt/notesSlides/notesSlide27.xml" Id="Rf81849e297584fb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86edff4084368" /><Relationship Type="http://schemas.openxmlformats.org/officeDocument/2006/relationships/notesSlide" Target="/ppt/notesSlides/notesSlide28.xml" Id="R8fc468ec365241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1EDF1-3A7C-4303-8799-2A643099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057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AI 서비스 개발 Mini-project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5C54A-35DB-4544-8E41-3E57996C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10515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장애 진단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에이전트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18186-946D-4BA8-B378-540CF139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958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모니터링 지표와 대응 매뉴얼 기반 장애 진단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BBB1E-BE7C-4C4D-9188-D3377D3D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실습 1  Base AI Project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748A9-58A5-4C70-90F7-5C7B78D4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076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이진형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F053C-8A3D-4951-A143-6367B25D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7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410041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1DCD7-FF9D-443D-8234-000088D0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실습 1 · Base AI Project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F7135-2041-4BFB-86F0-561478BB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all_total_vue · 운영 인시던트 대응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09045-050E-40E0-B4F4-30792D2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장애를 자연어로 질문하면 모니터링 지표와 대응 매뉴얼을 조회하고</a:t>
            </a:r>
          </a:p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현재 상태와 대응 절차를 진단 보고서로 작성하는 웹 서비스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9F0D6-02F4-479F-AD3F-97A443056973}"/>
              </a:ext>
            </a:extLst>
          </p:cNvPr>
          <p:cNvGraphicFramePr/>
          <p:nvPr/>
        </p:nvGraphicFramePr>
        <p:xfrm>
          <a:off xmlns:a="http://schemas.openxmlformats.org/drawingml/2006/main" x="457200" y="2714625"/>
          <a:ext xmlns:a="http://schemas.openxmlformats.org/drawingml/2006/main" cx="112776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562975"/>
              </a:tblGrid>
              <a:tr h="6072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역할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LLM·LangGraph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일반 대화 / 장애 요청 구분, 조사 계획·보고·검증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모니터링 지표와 대응 매뉴얼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웹 채팅·SQLite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 과정과 최종 응답 표시, 대화 이력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45560-FA01-4883-ACD2-A378EC33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기존 구조를 활용해 조사 대상·매뉴얼 선택·답변 검증을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E9105-BCE7-4D5F-A98F-1136F763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512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9244B-49AF-4520-84FE-26F075CA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5개와 추가 기능 3개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881BD-F660-42F1-AC17-D0B80E860406}"/>
              </a:ext>
            </a:extLst>
          </p:cNvPr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112776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420100"/>
              </a:tblGrid>
              <a:tr h="5810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변경한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조사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요청한 서비스 전체를 각각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미등록·대상 없음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다른 서비스로 바꾸지 않고 확인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상태를 구분하고 서비스별 알림으로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답변 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수치·서비스·절차를 근거와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실패 처리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생성·시간 제한과 수집 사실 안내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FBB65-97A2-40B2-B1AF-366EE6A8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추가 기능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CE7A3-A15A-4025-BAD0-4C4AC517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RAG 매뉴얼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56191-D321-471E-8C06-4EB6EDBB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근거·미확인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44173-1C59-4833-8DE5-3385D2C0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회귀·전후 비교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1DD5B-A275-402A-A96A-78585E9E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7529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43622-F1E2-4630-9508-FCF25F3B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 기술과 적용 방법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C38CC-F8C1-493E-945B-5360BE3D103E}"/>
              </a:ext>
            </a:extLst>
          </p:cNvPr>
          <p:cNvGraphicFramePr/>
          <p:nvPr/>
        </p:nvGraphicFramePr>
        <p:xfrm>
          <a:off xmlns:a="http://schemas.openxmlformats.org/drawingml/2006/main" x="457200" y="1114425"/>
          <a:ext xmlns:a="http://schemas.openxmlformats.org/drawingml/2006/main" cx="112776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857750"/>
                <a:gridCol w="40386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적용 방법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개선에 기여한 부분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지표·원문 조회에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search_runbooks Tool 추가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결과를 실제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원문에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bge-m3 임베딩·SQLite 저장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코사인 유사도로 문서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키워드 대신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서비스별 증상으로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LangGraph·모듈화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대상·수집·검색·보고·검증 분리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상태별 분기와 최대 2회 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조사 누락과 불필요한 검색,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실패의 강제 통과 방지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의존성 주입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SupervisorDeps에 검색기 주입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MCP·고정 평가 어댑터 교체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구현 교체와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조건의 평가 지원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단위 테스트·평가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분기 단위 테스트 31개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질문·지표 20건 전후 비교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대상·수치·실패 분기 검증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조회·문서·처리 시간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CD227-CDD5-4E66-9B41-5F17A381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기존 구조를 활용하고 검색·분기·검증·평가를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4220D-CBCF-4ABD-BDB0-D7CE141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1997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D77A-8F65-496F-B25B-EB482810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cache를 조회하지 않고 원인을 추정했다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0A59D-A112-4610-87EE-B15FF2755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e91edfd8f438f"/>
          <a:stretch xmlns:a="http://schemas.openxmlformats.org/drawingml/2006/main"/>
        </p:blipFill>
        <p:spPr>
          <a:xfrm xmlns:a="http://schemas.openxmlformats.org/drawingml/2006/main">
            <a:off x="898632" y="914400"/>
            <a:ext cx="603228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49686-5987-44D7-A67C-A036B896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두 서비스를 요청했지만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payments만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1D9B8-E033-45D4-83BF-43E084CD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cache 지표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공유 의존 관계도 미확인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A2326-0A9C-43D6-8F12-2C541C56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“트래픽 급증 또는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특정 요청 패턴”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25723-685B-4D42-BEB2-35E42C94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1917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626D0-083B-409D-8FDC-6E3DBE0A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서비스를 각각 조사했다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3E61B-57EE-42BA-B7BD-A7F1BCB9AD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0e613a20e439f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59EAE-0830-4126-B34F-EF07139B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질문에서 등록 서비스 전체를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4B770-5614-4382-8D96-F3B1FFA6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LLM 계획에 맡기지 않고 대상별 조회 작업을 재구성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6350C-3E03-4731-BCE0-4665B428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확정한 대상 목록으로 각 서비스의 모니터링 조회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44D76-1705-4CAF-962E-7B13A59B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8549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9BEF0-9082-4C7E-81C1-47ECA04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공통 원인은 미확인으로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3AD25-67FE-4214-A705-8F763E708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6051e182a4cf0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79C5B-F175-4300-9C1A-A4F893D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서비스별 근거는 제시하고, 공통 원인 확정은 보류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09E6F-8C8E-47F1-8A0E-2F14001B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0464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39A49-9A41-48DF-A21B-99DBA41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gateway만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14521-71E2-46CD-A300-D14E6B622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fa05596bb4b6d"/>
          <a:stretch xmlns:a="http://schemas.openxmlformats.org/drawingml/2006/main"/>
        </p:blipFill>
        <p:spPr>
          <a:xfrm xmlns:a="http://schemas.openxmlformats.org/drawingml/2006/main">
            <a:off x="569422" y="914400"/>
            <a:ext cx="669070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7B25C-DC58-4BAC-82F9-5724DD8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gateway만 조회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 상태는 미수집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9A2B3-F1A4-49AF-89C6-00B31D20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연결된 두 서비스 중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상대 서비스의 근거가 빠짐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7F737-3382-4154-AA62-10D9A44C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수집된 사실: 모니터링 gateway-service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D8250-CA55-42CD-9CB5-A53AC42A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4238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71AC2-4195-4573-A551-EC077C5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요청을 주고받는 두 서비스를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600F2-BF3C-4212-8A8E-481DAC181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0553690bf446d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F6416-1B7B-4C2F-8752-ED7E71E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명시한 두 서비스의 조사 작업을 각각 보완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AF1B4-8395-4C95-8D3F-9200721D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24782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0D362-B793-42A0-8432-8D8D098D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서비스의 결과와 근거를 제시했다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FAD57-F3A4-4C6C-B0B9-6CAA0F5A7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483ff4fd041e5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F3FF5-48EC-46A2-8264-DEF003CC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두 서비스의 관측과 참고 매뉴얼을 각각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6573C-373D-4C5B-BCBB-07745527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5069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B4CD8-A323-4CD6-B7CA-BDB3BB47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billing을 묻자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8CDC1-FCD8-46E2-A4A6-21FA49E69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d816a6e4743f9"/>
          <a:stretch xmlns:a="http://schemas.openxmlformats.org/drawingml/2006/main"/>
        </p:blipFill>
        <p:spPr>
          <a:xfrm xmlns:a="http://schemas.openxmlformats.org/drawingml/2006/main">
            <a:off x="457200" y="1029811"/>
            <a:ext cx="11277600" cy="38649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0EE43-0612-4A45-B461-2AA9809F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요청: billing-service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실제 조회: auth-service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DA1F7-0427-46C0-9205-8C8D49F3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정책: 미등록 이름은 auth 기본 처리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문제: 사용자가 요청한 대상과 불일치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AD64A-A2A9-4271-8984-2C8EDFFA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8946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CCD38-25B3-412C-9D9A-D7C4EDD8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미등록이면 등록 이름을 다시 묻는다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C9FFA-359E-4ABB-8003-9582F34A2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e6d37ad7d4f89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311C9-166B-4D12-91A5-638F7D95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입력한 서비스와 등록 목록을 대조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DF46-6136-421A-ABB9-3583CA1A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미등록이면 모니터링과 보고 생성을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781CE-A84E-46CF-9405-EDB105A0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다른 서비스로 바꾸지 않고 등록 이름을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D384D-19FD-4E2E-9B0C-3A2FD1A0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186208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6CD67-C53B-42C3-A1F9-9859AEC7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로그인만으로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8CAF0-F6F5-48A4-A443-F96537B4F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d0af8a3b140ca"/>
          <a:stretch xmlns:a="http://schemas.openxmlformats.org/drawingml/2006/main"/>
        </p:blipFill>
        <p:spPr>
          <a:xfrm xmlns:a="http://schemas.openxmlformats.org/drawingml/2006/main">
            <a:off x="457200" y="994569"/>
            <a:ext cx="11277600" cy="39354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78B9C-260D-431B-8AEF-EC43807D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이름이 없는데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auth-service로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55061-1AD6-41E1-BB32-89C25D1F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auth 기본 정책을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대상 이름 확인 요청으로 변경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98173-E854-4044-96A5-175E46A3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264290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CCDC8-BF13-479B-AB05-0B7B4E02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서비스 이름을 먼저 확인한다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85FAE-0C5A-412D-8A76-FFB343F90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f081f402c45d0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DAD2E-CCDE-4796-822F-A38EC2C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서비스 이름이 없는 장애 요청을 감지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65156-2A85-4D69-9D9B-8838960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auth 기본값 적용을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31EBC-C661-48FB-8639-207BAA9E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실제 조회 대신 대상 확인 안내를 반환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701C5-9BF8-4F01-990B-40C7C4C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990616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C6AF4-1FB5-4FC3-AEA6-16138AA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전 · 정상 web에 DB 장애 절차를 연결했다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5358B-33E3-43FE-94AC-6D14EE4041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bc805619d48b2"/>
          <a:stretch xmlns:a="http://schemas.openxmlformats.org/drawingml/2006/main"/>
        </p:blipFill>
        <p:spPr>
          <a:xfrm xmlns:a="http://schemas.openxmlformats.org/drawingml/2006/main">
            <a:off x="304800" y="978429"/>
            <a:ext cx="7219950" cy="52440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0F04B-ED7A-4D60-9458-46B20108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web-01: healthy·알림 0건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선택 문서: db-down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0BF14-FDDC-4D33-9506-8008E049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정상인데 장애 문서 선택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auth 조사도 누락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4E26B-1103-4FE8-BEC6-1078433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“DB Down 대응 절차”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209AA-7235-4897-A08A-E87B3C10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762346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E2E04-5B8A-4C42-8A08-18BCE590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후 · 정상·장애를 서비스별로 구분했다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78263-9DD3-421F-8B57-6C5495876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c9e29ac40490d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44E5F-8CEA-48B8-A6EE-3B9AF85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상태·활성 알림으로 정상·장애·정보 부족을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08EA7-857E-43AB-95B8-0021575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정상·정보 부족은 장애 매뉴얼 검색을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ED09F-75DB-4E2B-B6C6-A4272051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조사할 서비스의 관측 알림으로 매뉴얼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7B055-36D5-411F-B022-AE5A5121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090475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8C1A2-2215-4233-B1EF-D2EF689F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전 · 로그 미수집인데 분석 결과처럼 답했다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0A6BA-203E-4A15-9AC1-9769C8B6C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39c3ae67d4d65"/>
          <a:stretch xmlns:a="http://schemas.openxmlformats.org/drawingml/2006/main"/>
        </p:blipFill>
        <p:spPr>
          <a:xfrm xmlns:a="http://schemas.openxmlformats.org/drawingml/2006/main">
            <a:off x="473611" y="914400"/>
            <a:ext cx="6882329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9FA36-AAB1-400A-B1B4-4A5B1AEB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로그 조회 없이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결과처럼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EAA23-8873-475B-BA32-254496F8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 자료: 지표·매뉴얼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로그 분석 근거는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1D7C4-4FDF-42E4-BB85-A0854B7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“로그 분석 결과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특이 패턴 없음.”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3D0A0-9FE1-413C-8773-1917E8D3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342886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CFADF-4E5A-4113-926B-53E3417E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후 · 관측과 매뉴얼 원문으로 보고했다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1E97A-3F9F-4AC5-892E-65A483F0B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62bef125d49ed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51B34-F989-4C06-B55D-A8805A4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모델 출력을 서비스·수치·문서·절차 ID의 JSON으로 제한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9F822-6035-4E87-8444-3217CD40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수집된 대상·수치·문서·절차 번호와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F8C42-347A-48E1-83DD-3E3905B3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검증 후 매뉴얼 원문으로 출력해 조치 조건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1E86D-A011-4704-9040-B1039AB0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510227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16310-055C-4116-A515-296F3913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전 · 사용자 이름을 자기소개에 섞었다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5327C-06AB-4F2D-9650-C8996AC41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7807b8f6d4c4b"/>
          <a:stretch xmlns:a="http://schemas.openxmlformats.org/drawingml/2006/main"/>
        </p:blipFill>
        <p:spPr>
          <a:xfrm xmlns:a="http://schemas.openxmlformats.org/drawingml/2006/main">
            <a:off x="932377" y="914400"/>
            <a:ext cx="596479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02FE-9461-44E6-AF91-196D22C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사용자 이름 민수가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비서의 자기소개에 섞임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BD8F0-9F7E-4501-B1BE-AA17DF6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사용자와 비서 이름 혼동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 역할의 선언만 읽기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9239C-F70F-4E7C-BC56-9A0DC240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“민수라는 이름으로…”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0C673-B78D-430B-A8E3-86A14BF6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3621767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B4B3C-3ADE-45C4-8174-022CC9B7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후 · 사용자 이름을 올바르게 답한다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292D6-2679-4690-B335-1268C2D99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3c002cb08499c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3351E-4F2A-4ACB-82C7-F4E86447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사용자 역할의 이름 선언만 추출, 이름 질문·비서 발화는 제외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7BFC4-CEC5-4389-941D-FC6F8F27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같은 대화 이력에서 사용자가 밝힌 이름을 조회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147C1-B130-422A-A64C-A4FD945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378898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78690-134F-4013-84C1-BA27E645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전 · 시간 초과 뒤 안내가 없었다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7B6FE-6044-473D-93CB-A7A320DC33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fb2fbadef4a50"/>
          <a:stretch xmlns:a="http://schemas.openxmlformats.org/drawingml/2006/main"/>
        </p:blipFill>
        <p:spPr>
          <a:xfrm xmlns:a="http://schemas.openxmlformats.org/drawingml/2006/main">
            <a:off x="304800" y="1569839"/>
            <a:ext cx="7219950" cy="406122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91D90-E2FB-4156-8BC3-F7F49BF4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단계 시간 초과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최종 응답·실패 안내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B08AB-D24F-4DD4-A5F7-ECFD5ADA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실패 원인을 알 수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수집한 지표도 확인 불가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64675-2E40-490E-A38A-C2C3787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조회 후 최종 응답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57C32-A804-4A16-8561-89EC26B4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20285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F35F6-985C-4392-A51A-ABFAB843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시간 제한을 알리고 근거를 보존했다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215D7-91F1-46BC-AB6F-923CC54B9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5164d2dc9448c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E98AE-38AE-47FB-8A93-31211797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생성 512토큰·호출 25초·전체 60초 제한 (시연은 전체 8초)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31833-2038-467A-86C5-B97138FA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최대 2회 검증, 실패한 초안을 강제 통과시키지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0C813-6C79-4C58-8586-C56DD713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시간 초과·검증 실패는 이미 수집한 관측으로 안내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D9361-7C74-4859-BE11-59C50206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940811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41279-8EAC-4072-86DE-CE2A6D9C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5 후 · 두 서비스의 관측을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48B9C-22A1-4436-BB6C-C3BFBC97B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7a3445d5444d3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FDB8E-3971-48BB-9D06-215F839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시간 초과 시 이미 수집한 서비스별 관측과 미확인 사항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4DA98-249A-4FC5-91CC-2DDDDC1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125234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1EC55-ECBE-4F74-82EA-04C53CC3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1 · 증상에 맞는 매뉴얼을 검색한다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E2128-F47C-4B5D-BC7D-F133111F1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0059d29c94768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6678-7AD4-408B-8286-323F9238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FB549-5787-4CCA-B607-6470DDF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알림·문서를 bge-m3로 벡터화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29E2A-867A-42C0-AD93-CBBC62DA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SQLite에서 유사한 문서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FC3C0-02CE-4075-9655-46BDBC4C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MCP로 매뉴얼 원문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A1F4C-78EB-419B-B94A-357DFC7E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log-service → disk-full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유사도 0.673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C2CC8-56C5-4851-80A6-B4953921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검색기를 의존성으로 분리해 교체·단위 테스트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D818A-C91A-40DA-AD26-11E3F7EE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279586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D04B1-BEB9-4231-908C-415447E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2 · 답변에 사용한 근거를 화면에 표시한다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FF6CE-B396-45F1-810D-896F59503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24a6d554c4d08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1D3DD-925E-4CCE-913A-BBC70E95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51374-4625-446A-B33E-DB78F020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수집 객체를 최종 이벤트에 포함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708B0-CC40-4032-B0F5-055E773F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서비스·수치·문서를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표로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E9386-87D2-4786-A142-8E56C379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미확인 항목과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조치 미실행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E5894-ADB7-49F4-80F8-A1D4BD52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web: 매뉴얼 없음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auth: 지연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240D5-725B-4DF9-865C-B9D92AB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909864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71B53-B3A2-4BB5-B55C-88D1E92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3 · 같은 질문의 결과를 자동 비교한다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4E065-5A42-4541-A2D9-0AFC93EC4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633b6c0dd4df8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AEF78-AC6C-470A-8833-C27D94C9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고정 질문 20개로 전후 비교, 단위 테스트 31개로 분기·검증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758D1-B546-4088-9D7C-9FA485EC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08161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100A3-3F34-4615-BADE-900074A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측정 기준과 전후 결과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5EACD-BEAD-4956-8C21-C9C654467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97168b5424dad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9002D-40DB-4333-97A9-5320DF04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958499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1CD11-70D9-4589-8640-96BDF9AC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한계와 다음 개선 방향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EB384-2C54-4760-960D-D279DE701C6B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695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한계·대가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임베딩·문서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지연·오검색 가능성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 6개·모의 지표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운영 성능·일반화 미검증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구조화·원문 출력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자유로운 종합 설명 범위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생성·시간 상한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일부 요청은 관측 안내로 종료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0AE30-675D-4522-BE9F-85257C35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다음 단계: 실제 로그·시계열 자료 수집과 독립 질문 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4438D-F904-4A9C-ABE8-06D6A32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57995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2026-10-22T01:17:12.8340000Z</dcterms:created>
  <dcterms:modified xsi:type="dcterms:W3CDTF">2026-10-22T01:17:12.8340000Z</dcterms:modified>
</coreProperties>
</file>